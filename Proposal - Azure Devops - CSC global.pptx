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4047" r:id="rId2"/>
    <p:sldMasterId id="2147484054" r:id="rId3"/>
    <p:sldMasterId id="2147484113" r:id="rId4"/>
  </p:sldMasterIdLst>
  <p:notesMasterIdLst>
    <p:notesMasterId r:id="rId10"/>
  </p:notesMasterIdLst>
  <p:handoutMasterIdLst>
    <p:handoutMasterId r:id="rId11"/>
  </p:handoutMasterIdLst>
  <p:sldIdLst>
    <p:sldId id="2147375146" r:id="rId5"/>
    <p:sldId id="4730" r:id="rId6"/>
    <p:sldId id="4731" r:id="rId7"/>
    <p:sldId id="2147375150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9D35D0-C841-4408-9E1B-C0FE71C2013B}">
          <p14:sldIdLst>
            <p14:sldId id="2147375146"/>
            <p14:sldId id="4730"/>
            <p14:sldId id="4731"/>
            <p14:sldId id="2147375150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4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Microsoft Office User" initials="MOU" lastIdx="3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7CD"/>
    <a:srgbClr val="FA8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3" autoAdjust="0"/>
    <p:restoredTop sz="93979" autoAdjust="0"/>
  </p:normalViewPr>
  <p:slideViewPr>
    <p:cSldViewPr snapToGrid="0" snapToObjects="1">
      <p:cViewPr varScale="1">
        <p:scale>
          <a:sx n="82" d="100"/>
          <a:sy n="82" d="100"/>
        </p:scale>
        <p:origin x="86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BBCDCC-8B1A-5347-BFD9-45979776FD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F7970-F7A1-1745-A72A-135688AAD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64B99-89A5-0741-917D-F1E7FD46FE7A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B0BEE-A415-EE40-8618-E3A0D9A433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38FF6-DE6B-5545-A7C6-D3EDE8EE84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AA7A5-76D1-9345-B141-98B549495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23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36CE6-5034-F64B-B166-C8ADB902584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B38FF-9B17-1A46-B959-49EC4F2E6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8D726-D0BC-B240-A677-46F99704B74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320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29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tif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tif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6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6.emf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1A85F3E-2CF6-9E46-AE01-96E27850575D}"/>
              </a:ext>
            </a:extLst>
          </p:cNvPr>
          <p:cNvSpPr txBox="1">
            <a:spLocks/>
          </p:cNvSpPr>
          <p:nvPr userDrawn="1"/>
        </p:nvSpPr>
        <p:spPr>
          <a:xfrm>
            <a:off x="4320462" y="6408739"/>
            <a:ext cx="3431899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EA0CF45-0B24-394D-8134-22C65E72D591}"/>
              </a:ext>
            </a:extLst>
          </p:cNvPr>
          <p:cNvSpPr txBox="1">
            <a:spLocks/>
          </p:cNvSpPr>
          <p:nvPr userDrawn="1"/>
        </p:nvSpPr>
        <p:spPr>
          <a:xfrm>
            <a:off x="10849294" y="6408739"/>
            <a:ext cx="1067078" cy="18256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6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983AE-5F98-8142-8644-576D24C8A10D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DC0029-D190-9C42-8D89-A191974B2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550" y="404869"/>
            <a:ext cx="10515600" cy="716422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E6B56-FD07-9E44-B65F-38357D604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0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164BC5A6-8E6C-BA43-ABCB-A08432302535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874610" y="1346252"/>
            <a:ext cx="9921875" cy="478948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D062FB-750B-CC40-8BBE-42BF6D93E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610" y="443784"/>
            <a:ext cx="10515600" cy="578771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E9CF427-EAFF-0B4D-B839-5D561514FAB8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E645C9-9155-BE49-9B4D-7E17BD950CAF}"/>
              </a:ext>
            </a:extLst>
          </p:cNvPr>
          <p:cNvSpPr/>
          <p:nvPr userDrawn="1"/>
        </p:nvSpPr>
        <p:spPr>
          <a:xfrm>
            <a:off x="5281257" y="3244334"/>
            <a:ext cx="1629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TABLE SLIDE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E4A4A8-F977-924C-82A7-5EB309AB3C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2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-174171"/>
            <a:ext cx="12590339" cy="72063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6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78704" y="-174171"/>
            <a:ext cx="8412466" cy="7206342"/>
          </a:xfrm>
          <a:custGeom>
            <a:avLst/>
            <a:gdLst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0 w 16731340"/>
              <a:gd name="connsiteY3" fmla="*/ 14412684 h 14412684"/>
              <a:gd name="connsiteX4" fmla="*/ 0 w 16731340"/>
              <a:gd name="connsiteY4" fmla="*/ 0 h 14412684"/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4259766 w 16731340"/>
              <a:gd name="connsiteY3" fmla="*/ 14412684 h 14412684"/>
              <a:gd name="connsiteX4" fmla="*/ 0 w 16731340"/>
              <a:gd name="connsiteY4" fmla="*/ 0 h 14412684"/>
              <a:gd name="connsiteX0" fmla="*/ 0 w 16820550"/>
              <a:gd name="connsiteY0" fmla="*/ 22303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22303 h 14412684"/>
              <a:gd name="connsiteX0" fmla="*/ 0 w 16820550"/>
              <a:gd name="connsiteY0" fmla="*/ 0 h 14457288"/>
              <a:gd name="connsiteX1" fmla="*/ 16820550 w 16820550"/>
              <a:gd name="connsiteY1" fmla="*/ 44604 h 14457288"/>
              <a:gd name="connsiteX2" fmla="*/ 16820550 w 16820550"/>
              <a:gd name="connsiteY2" fmla="*/ 14457288 h 14457288"/>
              <a:gd name="connsiteX3" fmla="*/ 4348976 w 16820550"/>
              <a:gd name="connsiteY3" fmla="*/ 14457288 h 14457288"/>
              <a:gd name="connsiteX4" fmla="*/ 0 w 16820550"/>
              <a:gd name="connsiteY4" fmla="*/ 0 h 14457288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1 h 1441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20550" h="14412684">
                <a:moveTo>
                  <a:pt x="0" y="1"/>
                </a:moveTo>
                <a:lnTo>
                  <a:pt x="16820550" y="0"/>
                </a:lnTo>
                <a:lnTo>
                  <a:pt x="16820550" y="14412684"/>
                </a:lnTo>
                <a:lnTo>
                  <a:pt x="4348976" y="14412684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F87A31-8B7B-7D4E-A89C-EC1FD9A04FC1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93494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C50EFD41-8159-9E40-A592-47434D5388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-174171"/>
            <a:ext cx="12590339" cy="42889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633AE-06B4-F14F-9BED-A96D818DBC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840" y="4367129"/>
            <a:ext cx="10421727" cy="216601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65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D0E04D6-3064-E641-BC33-6BD331FF36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6130" y="2940877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3BB37AB-D80B-564A-AEE5-51984972F8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2911" y="1447800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58F77852-CC01-1640-82DF-AA20A8B6C76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09129" y="1447800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A89E061-A513-234D-AAEF-ED53D9AC6B9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92911" y="4433954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3E4AFE6-9E6D-204C-B9FB-00F6A19A88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09129" y="4433954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FCFE32ED-AC96-3C4A-B326-33CCEFA1FAB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225909" y="2940877"/>
            <a:ext cx="1389961" cy="138959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D0E04D6-3064-E641-BC33-6BD331FF36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37975" y="4303749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447BAA65-1B4A-A84C-82BC-18D2CD55E8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57115" y="3122288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1C5C190-CA98-F74D-88C0-C78EEFE639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24057" y="1959965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E379F096-E912-FA48-988A-AFE6909D1C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90998" y="784547"/>
            <a:ext cx="1333651" cy="13333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42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115BB40-9CA9-3843-9468-FEC322EBE9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2514600"/>
            <a:ext cx="12590339" cy="45175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D0E04D6-3064-E641-BC33-6BD331FF36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28209" y="1579564"/>
            <a:ext cx="1870562" cy="187007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A6A2A9F8-ADD0-214C-93EA-26BDEA2FB2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60720" y="1579564"/>
            <a:ext cx="1870562" cy="187007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F1644F8-5C1A-284F-A02F-89AC3BBEB73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93230" y="1579564"/>
            <a:ext cx="1870562" cy="187007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02646-0F8F-8B4E-A9BA-E36B20A91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1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97412" y="287781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reeform 9"/>
          <p:cNvSpPr/>
          <p:nvPr userDrawn="1"/>
        </p:nvSpPr>
        <p:spPr>
          <a:xfrm>
            <a:off x="0" y="232640"/>
            <a:ext cx="320675" cy="722227"/>
          </a:xfrm>
          <a:custGeom>
            <a:avLst/>
            <a:gdLst>
              <a:gd name="connsiteX0" fmla="*/ 0 w 320675"/>
              <a:gd name="connsiteY0" fmla="*/ 0 h 722227"/>
              <a:gd name="connsiteX1" fmla="*/ 219073 w 320675"/>
              <a:gd name="connsiteY1" fmla="*/ 0 h 722227"/>
              <a:gd name="connsiteX2" fmla="*/ 320675 w 320675"/>
              <a:gd name="connsiteY2" fmla="*/ 101602 h 722227"/>
              <a:gd name="connsiteX3" fmla="*/ 320675 w 320675"/>
              <a:gd name="connsiteY3" fmla="*/ 620625 h 722227"/>
              <a:gd name="connsiteX4" fmla="*/ 219073 w 320675"/>
              <a:gd name="connsiteY4" fmla="*/ 722227 h 722227"/>
              <a:gd name="connsiteX5" fmla="*/ 0 w 320675"/>
              <a:gd name="connsiteY5" fmla="*/ 722227 h 722227"/>
              <a:gd name="connsiteX6" fmla="*/ 0 w 320675"/>
              <a:gd name="connsiteY6" fmla="*/ 0 h 72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675" h="722227">
                <a:moveTo>
                  <a:pt x="0" y="0"/>
                </a:moveTo>
                <a:lnTo>
                  <a:pt x="219073" y="0"/>
                </a:lnTo>
                <a:cubicBezTo>
                  <a:pt x="275186" y="0"/>
                  <a:pt x="320675" y="45489"/>
                  <a:pt x="320675" y="101602"/>
                </a:cubicBezTo>
                <a:lnTo>
                  <a:pt x="320675" y="620625"/>
                </a:lnTo>
                <a:cubicBezTo>
                  <a:pt x="320675" y="676738"/>
                  <a:pt x="275186" y="722227"/>
                  <a:pt x="219073" y="722227"/>
                </a:cubicBezTo>
                <a:lnTo>
                  <a:pt x="0" y="72222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defTabSz="91421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26194" y="266728"/>
            <a:ext cx="10515600" cy="654051"/>
          </a:xfrm>
        </p:spPr>
        <p:txBody>
          <a:bodyPr>
            <a:normAutofit/>
          </a:bodyPr>
          <a:lstStyle>
            <a:lvl1pPr>
              <a:defRPr sz="2400" b="1" kern="1500" spc="23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1A85F3E-2CF6-9E46-AE01-96E27850575D}"/>
              </a:ext>
            </a:extLst>
          </p:cNvPr>
          <p:cNvSpPr txBox="1">
            <a:spLocks/>
          </p:cNvSpPr>
          <p:nvPr userDrawn="1"/>
        </p:nvSpPr>
        <p:spPr>
          <a:xfrm>
            <a:off x="4320462" y="6408739"/>
            <a:ext cx="3431899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EA0CF45-0B24-394D-8134-22C65E72D591}"/>
              </a:ext>
            </a:extLst>
          </p:cNvPr>
          <p:cNvSpPr txBox="1">
            <a:spLocks/>
          </p:cNvSpPr>
          <p:nvPr userDrawn="1"/>
        </p:nvSpPr>
        <p:spPr>
          <a:xfrm>
            <a:off x="10849294" y="6408739"/>
            <a:ext cx="1067078" cy="18256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4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48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A09674A-15F1-9E40-8117-54AA0E174B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3116" y="2066599"/>
            <a:ext cx="1333653" cy="133330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987A423C-8384-184E-BAF4-41AC91138BC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3119" y="3890151"/>
            <a:ext cx="1333648" cy="13332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BB729B-660B-C641-9E50-4533D31A959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9152" y="2066599"/>
            <a:ext cx="1333653" cy="133330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B6BE2CD-34F9-3344-9870-D4805BC2BF3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9155" y="3890151"/>
            <a:ext cx="1333648" cy="13332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118" y="1581144"/>
            <a:ext cx="5879817" cy="4203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84331" y="1315673"/>
            <a:ext cx="5879817" cy="4203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670B-B74A-6A4E-A6B7-596B8DAEC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7"/>
            <a:ext cx="10515600" cy="627932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272DA06-16BE-9843-8D83-675DE9253FF8}"/>
              </a:ext>
            </a:extLst>
          </p:cNvPr>
          <p:cNvSpPr/>
          <p:nvPr userDrawn="1"/>
        </p:nvSpPr>
        <p:spPr>
          <a:xfrm flipH="1">
            <a:off x="1588" y="627903"/>
            <a:ext cx="560419" cy="270354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C86B7-99AF-5D4C-8BDA-F8D60800B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258" y="419996"/>
            <a:ext cx="892157" cy="79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3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40FB918-BFED-361E-FDCF-53360F2292A8}"/>
              </a:ext>
            </a:extLst>
          </p:cNvPr>
          <p:cNvGrpSpPr/>
          <p:nvPr userDrawn="1"/>
        </p:nvGrpSpPr>
        <p:grpSpPr>
          <a:xfrm rot="5400000">
            <a:off x="4897175" y="2323111"/>
            <a:ext cx="2230361" cy="6858002"/>
            <a:chOff x="9967879" y="-1"/>
            <a:chExt cx="2230361" cy="6858002"/>
          </a:xfrm>
        </p:grpSpPr>
        <p:pic>
          <p:nvPicPr>
            <p:cNvPr id="3" name="Picture 20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00E8F0C0-47C4-9BB9-54FA-7ADD80695E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086238" y="-1"/>
              <a:ext cx="2112002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83ADA4-C1E1-9DA2-31FC-455F4D9831D5}"/>
                </a:ext>
              </a:extLst>
            </p:cNvPr>
            <p:cNvSpPr/>
            <p:nvPr/>
          </p:nvSpPr>
          <p:spPr>
            <a:xfrm>
              <a:off x="9967879" y="0"/>
              <a:ext cx="1352651" cy="8006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C3FFA8-240D-9729-4E95-40CDC1B10CAF}"/>
                </a:ext>
              </a:extLst>
            </p:cNvPr>
            <p:cNvSpPr/>
            <p:nvPr/>
          </p:nvSpPr>
          <p:spPr>
            <a:xfrm>
              <a:off x="10204596" y="1285912"/>
              <a:ext cx="1274935" cy="21359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1D52F2B-1BC5-B072-CC25-2F2876CE3C4F}"/>
                </a:ext>
              </a:extLst>
            </p:cNvPr>
            <p:cNvSpPr/>
            <p:nvPr/>
          </p:nvSpPr>
          <p:spPr>
            <a:xfrm>
              <a:off x="10033490" y="6286501"/>
              <a:ext cx="1962396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1304D4-176A-1494-4F37-25C188A0EFCB}"/>
              </a:ext>
            </a:extLst>
          </p:cNvPr>
          <p:cNvGrpSpPr/>
          <p:nvPr userDrawn="1"/>
        </p:nvGrpSpPr>
        <p:grpSpPr>
          <a:xfrm rot="10800000">
            <a:off x="11137006" y="73391"/>
            <a:ext cx="1054994" cy="5479777"/>
            <a:chOff x="-6238" y="666761"/>
            <a:chExt cx="1054994" cy="5479777"/>
          </a:xfrm>
        </p:grpSpPr>
        <p:pic>
          <p:nvPicPr>
            <p:cNvPr id="8" name="Picture 22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D253F90B-B163-5385-3929-2F182DB8EC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16200000">
              <a:off x="-2440605" y="3101128"/>
              <a:ext cx="5479777" cy="611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64FA4A-78B5-04C0-4A75-18B85FCC6884}"/>
                </a:ext>
              </a:extLst>
            </p:cNvPr>
            <p:cNvSpPr/>
            <p:nvPr/>
          </p:nvSpPr>
          <p:spPr>
            <a:xfrm>
              <a:off x="350666" y="1765832"/>
              <a:ext cx="698090" cy="598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021A1F-985B-2053-D01E-2FBF6C40EB1C}"/>
                </a:ext>
              </a:extLst>
            </p:cNvPr>
            <p:cNvSpPr/>
            <p:nvPr/>
          </p:nvSpPr>
          <p:spPr>
            <a:xfrm>
              <a:off x="327284" y="5269650"/>
              <a:ext cx="698090" cy="82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70723FA-0F63-3D3D-9602-3083EF5A754B}"/>
              </a:ext>
            </a:extLst>
          </p:cNvPr>
          <p:cNvSpPr txBox="1">
            <a:spLocks/>
          </p:cNvSpPr>
          <p:nvPr userDrawn="1"/>
        </p:nvSpPr>
        <p:spPr>
          <a:xfrm>
            <a:off x="0" y="6553119"/>
            <a:ext cx="3965825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i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  <a:endParaRPr lang="en-US" sz="12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93C9DFD-76BB-BE46-919F-22B77A154513}"/>
              </a:ext>
            </a:extLst>
          </p:cNvPr>
          <p:cNvSpPr txBox="1">
            <a:spLocks/>
          </p:cNvSpPr>
          <p:nvPr userDrawn="1"/>
        </p:nvSpPr>
        <p:spPr>
          <a:xfrm>
            <a:off x="11124922" y="6551326"/>
            <a:ext cx="1067078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1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951A16-6FCF-6B88-3B80-8F4DFFF17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2977"/>
            <a:ext cx="1394254" cy="42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28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9999" y="2677076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77E72CB-7F04-D84A-BF9C-9774DD8BC5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90800" y="2677076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38CD4847-8A47-2545-9CF1-8C437D37DA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11600" y="2677076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AA873F2-5DFE-C640-AEAD-5A96923A481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80399" y="3884084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C329C1EA-DC5E-0A4A-82B8-31BC020A98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01200" y="3884084"/>
            <a:ext cx="2010401" cy="8046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2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E481FD9-F09C-BA4D-9951-230A0DD955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799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B00E25EF-5B78-5C40-A906-0744167719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5120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02FDB7C5-5967-A947-A543-23BD4596D6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69441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1E31D769-A895-EC4D-95ED-918AE5B37C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3761" y="197774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201607AD-276F-BD4E-9E7B-CEC512B83D9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0799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FC53868E-8AC0-E84A-AF05-6CA9A285255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525120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87F80031-74B9-2E41-87A9-A5139AA128E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69441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E378ED47-B244-2548-8421-629773EA77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13761" y="3236659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7E432B6E-20B0-804F-AEE6-194845FC8A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80799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07571149-3B48-A046-8B39-52BDC6FEEA1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25120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8062579F-7ED7-124E-BFFB-4CFC4F1B210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69441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27FD66BC-56B6-724F-962D-220EEF45257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13761" y="4495568"/>
            <a:ext cx="2397440" cy="8925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69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34CD519-EE3F-594D-B640-A4759BC749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589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3073A1D2-50E0-FA4F-B681-30A72EC2A9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30279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23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856C7D-7EEA-EDD6-E7B2-1654B000070D}"/>
              </a:ext>
            </a:extLst>
          </p:cNvPr>
          <p:cNvGrpSpPr/>
          <p:nvPr userDrawn="1"/>
        </p:nvGrpSpPr>
        <p:grpSpPr>
          <a:xfrm>
            <a:off x="9967879" y="-1"/>
            <a:ext cx="2230361" cy="6858002"/>
            <a:chOff x="9967879" y="-1"/>
            <a:chExt cx="2230361" cy="6858002"/>
          </a:xfrm>
        </p:grpSpPr>
        <p:pic>
          <p:nvPicPr>
            <p:cNvPr id="3" name="Picture 20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89AE075C-9563-E591-C0EC-BF5F21AC4A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086238" y="-1"/>
              <a:ext cx="2112002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98CEB9-0ABC-95B9-366A-74429FB3B3C6}"/>
                </a:ext>
              </a:extLst>
            </p:cNvPr>
            <p:cNvSpPr/>
            <p:nvPr/>
          </p:nvSpPr>
          <p:spPr>
            <a:xfrm>
              <a:off x="9967879" y="0"/>
              <a:ext cx="1352651" cy="8006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1C2145-BEC1-C7F0-7552-68C937CE23D5}"/>
                </a:ext>
              </a:extLst>
            </p:cNvPr>
            <p:cNvSpPr/>
            <p:nvPr/>
          </p:nvSpPr>
          <p:spPr>
            <a:xfrm>
              <a:off x="10204596" y="1285912"/>
              <a:ext cx="1274935" cy="21359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6D5E9C-EA17-9928-682D-6EC5F188F7F0}"/>
                </a:ext>
              </a:extLst>
            </p:cNvPr>
            <p:cNvSpPr/>
            <p:nvPr/>
          </p:nvSpPr>
          <p:spPr>
            <a:xfrm>
              <a:off x="10033490" y="6286501"/>
              <a:ext cx="1962396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BB6D26A-01C0-A64D-19DC-6B334508CC40}"/>
              </a:ext>
            </a:extLst>
          </p:cNvPr>
          <p:cNvGrpSpPr/>
          <p:nvPr userDrawn="1"/>
        </p:nvGrpSpPr>
        <p:grpSpPr>
          <a:xfrm>
            <a:off x="-6238" y="666761"/>
            <a:ext cx="1054994" cy="5479777"/>
            <a:chOff x="-6238" y="666761"/>
            <a:chExt cx="1054994" cy="5479777"/>
          </a:xfrm>
        </p:grpSpPr>
        <p:pic>
          <p:nvPicPr>
            <p:cNvPr id="9" name="Picture 22" descr="Free vector abstract geometric shape digital background for business presentation">
              <a:extLst>
                <a:ext uri="{FF2B5EF4-FFF2-40B4-BE49-F238E27FC236}">
                  <a16:creationId xmlns:a16="http://schemas.microsoft.com/office/drawing/2014/main" id="{08B88EF0-D1FB-8A23-6C08-B3C285A303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16200000">
              <a:off x="-2440605" y="3101128"/>
              <a:ext cx="5479777" cy="611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4C2C19-AA9F-39CD-5590-1EB6ED6887D6}"/>
                </a:ext>
              </a:extLst>
            </p:cNvPr>
            <p:cNvSpPr/>
            <p:nvPr/>
          </p:nvSpPr>
          <p:spPr>
            <a:xfrm>
              <a:off x="350666" y="1765832"/>
              <a:ext cx="698090" cy="598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346957-F8B9-B3F1-FEA1-6B45128EC4C1}"/>
                </a:ext>
              </a:extLst>
            </p:cNvPr>
            <p:cNvSpPr/>
            <p:nvPr/>
          </p:nvSpPr>
          <p:spPr>
            <a:xfrm>
              <a:off x="327284" y="5269650"/>
              <a:ext cx="698090" cy="82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99AE549-7957-028A-15CC-64E95D13AAD5}"/>
              </a:ext>
            </a:extLst>
          </p:cNvPr>
          <p:cNvSpPr txBox="1">
            <a:spLocks/>
          </p:cNvSpPr>
          <p:nvPr userDrawn="1"/>
        </p:nvSpPr>
        <p:spPr>
          <a:xfrm>
            <a:off x="0" y="6553119"/>
            <a:ext cx="3965825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i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  <a:endParaRPr lang="en-US" sz="1200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FFC10A0-5FCD-0B0B-3A78-4F92B7992BBA}"/>
              </a:ext>
            </a:extLst>
          </p:cNvPr>
          <p:cNvSpPr txBox="1">
            <a:spLocks/>
          </p:cNvSpPr>
          <p:nvPr userDrawn="1"/>
        </p:nvSpPr>
        <p:spPr>
          <a:xfrm>
            <a:off x="11124922" y="6551326"/>
            <a:ext cx="1067078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1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A5C933-5841-D9B0-5844-35570E82F4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2977"/>
            <a:ext cx="1394254" cy="42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5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34CD519-EE3F-594D-B640-A4759BC749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07323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3073A1D2-50E0-FA4F-B681-30A72EC2A9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90013" y="1735566"/>
            <a:ext cx="3454687" cy="3999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07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5B647704-C8A0-9340-AA81-BE267EBDF7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79579" y="-11152"/>
            <a:ext cx="7812421" cy="6869151"/>
          </a:xfrm>
          <a:custGeom>
            <a:avLst/>
            <a:gdLst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0 w 16731340"/>
              <a:gd name="connsiteY3" fmla="*/ 14412684 h 14412684"/>
              <a:gd name="connsiteX4" fmla="*/ 0 w 16731340"/>
              <a:gd name="connsiteY4" fmla="*/ 0 h 14412684"/>
              <a:gd name="connsiteX0" fmla="*/ 0 w 16731340"/>
              <a:gd name="connsiteY0" fmla="*/ 0 h 14412684"/>
              <a:gd name="connsiteX1" fmla="*/ 16731340 w 16731340"/>
              <a:gd name="connsiteY1" fmla="*/ 0 h 14412684"/>
              <a:gd name="connsiteX2" fmla="*/ 16731340 w 16731340"/>
              <a:gd name="connsiteY2" fmla="*/ 14412684 h 14412684"/>
              <a:gd name="connsiteX3" fmla="*/ 4259766 w 16731340"/>
              <a:gd name="connsiteY3" fmla="*/ 14412684 h 14412684"/>
              <a:gd name="connsiteX4" fmla="*/ 0 w 16731340"/>
              <a:gd name="connsiteY4" fmla="*/ 0 h 14412684"/>
              <a:gd name="connsiteX0" fmla="*/ 0 w 16820550"/>
              <a:gd name="connsiteY0" fmla="*/ 22303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22303 h 14412684"/>
              <a:gd name="connsiteX0" fmla="*/ 0 w 16820550"/>
              <a:gd name="connsiteY0" fmla="*/ 0 h 14457288"/>
              <a:gd name="connsiteX1" fmla="*/ 16820550 w 16820550"/>
              <a:gd name="connsiteY1" fmla="*/ 44604 h 14457288"/>
              <a:gd name="connsiteX2" fmla="*/ 16820550 w 16820550"/>
              <a:gd name="connsiteY2" fmla="*/ 14457288 h 14457288"/>
              <a:gd name="connsiteX3" fmla="*/ 4348976 w 16820550"/>
              <a:gd name="connsiteY3" fmla="*/ 14457288 h 14457288"/>
              <a:gd name="connsiteX4" fmla="*/ 0 w 16820550"/>
              <a:gd name="connsiteY4" fmla="*/ 0 h 14457288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4348976 w 16820550"/>
              <a:gd name="connsiteY3" fmla="*/ 14412684 h 14412684"/>
              <a:gd name="connsiteX4" fmla="*/ 0 w 16820550"/>
              <a:gd name="connsiteY4" fmla="*/ 1 h 14412684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8620520 w 16820550"/>
              <a:gd name="connsiteY3" fmla="*/ 14389249 h 14412684"/>
              <a:gd name="connsiteX4" fmla="*/ 0 w 16820550"/>
              <a:gd name="connsiteY4" fmla="*/ 1 h 14412684"/>
              <a:gd name="connsiteX0" fmla="*/ 0 w 16820550"/>
              <a:gd name="connsiteY0" fmla="*/ 1 h 14412684"/>
              <a:gd name="connsiteX1" fmla="*/ 16820550 w 16820550"/>
              <a:gd name="connsiteY1" fmla="*/ 0 h 14412684"/>
              <a:gd name="connsiteX2" fmla="*/ 16820550 w 16820550"/>
              <a:gd name="connsiteY2" fmla="*/ 14412684 h 14412684"/>
              <a:gd name="connsiteX3" fmla="*/ 7622496 w 16820550"/>
              <a:gd name="connsiteY3" fmla="*/ 14412684 h 14412684"/>
              <a:gd name="connsiteX4" fmla="*/ 0 w 16820550"/>
              <a:gd name="connsiteY4" fmla="*/ 1 h 14412684"/>
              <a:gd name="connsiteX0" fmla="*/ 0 w 16101972"/>
              <a:gd name="connsiteY0" fmla="*/ 0 h 14436119"/>
              <a:gd name="connsiteX1" fmla="*/ 16101972 w 16101972"/>
              <a:gd name="connsiteY1" fmla="*/ 23435 h 14436119"/>
              <a:gd name="connsiteX2" fmla="*/ 16101972 w 16101972"/>
              <a:gd name="connsiteY2" fmla="*/ 14436119 h 14436119"/>
              <a:gd name="connsiteX3" fmla="*/ 6903918 w 16101972"/>
              <a:gd name="connsiteY3" fmla="*/ 14436119 h 14436119"/>
              <a:gd name="connsiteX4" fmla="*/ 0 w 16101972"/>
              <a:gd name="connsiteY4" fmla="*/ 0 h 14436119"/>
              <a:gd name="connsiteX0" fmla="*/ 0 w 16620945"/>
              <a:gd name="connsiteY0" fmla="*/ 0 h 14436119"/>
              <a:gd name="connsiteX1" fmla="*/ 16620945 w 16620945"/>
              <a:gd name="connsiteY1" fmla="*/ 23435 h 14436119"/>
              <a:gd name="connsiteX2" fmla="*/ 16620945 w 16620945"/>
              <a:gd name="connsiteY2" fmla="*/ 14436119 h 14436119"/>
              <a:gd name="connsiteX3" fmla="*/ 7422891 w 16620945"/>
              <a:gd name="connsiteY3" fmla="*/ 14436119 h 14436119"/>
              <a:gd name="connsiteX4" fmla="*/ 0 w 16620945"/>
              <a:gd name="connsiteY4" fmla="*/ 0 h 14436119"/>
              <a:gd name="connsiteX0" fmla="*/ 0 w 16620945"/>
              <a:gd name="connsiteY0" fmla="*/ 1 h 14436120"/>
              <a:gd name="connsiteX1" fmla="*/ 16581025 w 16620945"/>
              <a:gd name="connsiteY1" fmla="*/ 0 h 14436120"/>
              <a:gd name="connsiteX2" fmla="*/ 16620945 w 16620945"/>
              <a:gd name="connsiteY2" fmla="*/ 14436120 h 14436120"/>
              <a:gd name="connsiteX3" fmla="*/ 7422891 w 16620945"/>
              <a:gd name="connsiteY3" fmla="*/ 14436120 h 14436120"/>
              <a:gd name="connsiteX4" fmla="*/ 0 w 16620945"/>
              <a:gd name="connsiteY4" fmla="*/ 1 h 14436120"/>
              <a:gd name="connsiteX0" fmla="*/ 0 w 20573123"/>
              <a:gd name="connsiteY0" fmla="*/ 23436 h 14436120"/>
              <a:gd name="connsiteX1" fmla="*/ 20533203 w 20573123"/>
              <a:gd name="connsiteY1" fmla="*/ 0 h 14436120"/>
              <a:gd name="connsiteX2" fmla="*/ 20573123 w 20573123"/>
              <a:gd name="connsiteY2" fmla="*/ 14436120 h 14436120"/>
              <a:gd name="connsiteX3" fmla="*/ 11375069 w 20573123"/>
              <a:gd name="connsiteY3" fmla="*/ 14436120 h 14436120"/>
              <a:gd name="connsiteX4" fmla="*/ 0 w 20573123"/>
              <a:gd name="connsiteY4" fmla="*/ 23436 h 14436120"/>
              <a:gd name="connsiteX0" fmla="*/ 7387790 w 27960913"/>
              <a:gd name="connsiteY0" fmla="*/ 23436 h 14436120"/>
              <a:gd name="connsiteX1" fmla="*/ 27920993 w 27960913"/>
              <a:gd name="connsiteY1" fmla="*/ 0 h 14436120"/>
              <a:gd name="connsiteX2" fmla="*/ 27960913 w 27960913"/>
              <a:gd name="connsiteY2" fmla="*/ 14436120 h 14436120"/>
              <a:gd name="connsiteX3" fmla="*/ 0 w 27960913"/>
              <a:gd name="connsiteY3" fmla="*/ 14436120 h 14436120"/>
              <a:gd name="connsiteX4" fmla="*/ 7387790 w 27960913"/>
              <a:gd name="connsiteY4" fmla="*/ 23436 h 1443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60913" h="14436120">
                <a:moveTo>
                  <a:pt x="7387790" y="23436"/>
                </a:moveTo>
                <a:lnTo>
                  <a:pt x="27920993" y="0"/>
                </a:lnTo>
                <a:lnTo>
                  <a:pt x="27960913" y="14436120"/>
                </a:lnTo>
                <a:lnTo>
                  <a:pt x="0" y="14436120"/>
                </a:lnTo>
                <a:lnTo>
                  <a:pt x="7387790" y="234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74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34CD519-EE3F-594D-B640-A4759BC749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511399" y="1712857"/>
            <a:ext cx="5022797" cy="289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4EFDCC5-A673-B449-B7F8-575FC37F34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4600" y="1712857"/>
            <a:ext cx="5022797" cy="289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01BA98B9-1C43-C648-B91F-528B28D08E5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80602" y="1712857"/>
            <a:ext cx="5022797" cy="289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06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4EFDCC5-A673-B449-B7F8-575FC37F34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7688" y="0"/>
            <a:ext cx="6142693" cy="6858000"/>
          </a:xfrm>
          <a:custGeom>
            <a:avLst/>
            <a:gdLst>
              <a:gd name="connsiteX0" fmla="*/ 0 w 12282187"/>
              <a:gd name="connsiteY0" fmla="*/ 0 h 13716000"/>
              <a:gd name="connsiteX1" fmla="*/ 12282187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2187" h="13716000">
                <a:moveTo>
                  <a:pt x="0" y="0"/>
                </a:moveTo>
                <a:lnTo>
                  <a:pt x="8089328" y="0"/>
                </a:lnTo>
                <a:lnTo>
                  <a:pt x="12282187" y="13716000"/>
                </a:lnTo>
                <a:lnTo>
                  <a:pt x="4170556" y="1371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25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5783" y="1641727"/>
            <a:ext cx="5435475" cy="4039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31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818066" cy="6869413"/>
          </a:xfrm>
          <a:custGeom>
            <a:avLst/>
            <a:gdLst>
              <a:gd name="connsiteX0" fmla="*/ 0 w 15632061"/>
              <a:gd name="connsiteY0" fmla="*/ 0 h 13738825"/>
              <a:gd name="connsiteX1" fmla="*/ 15632061 w 15632061"/>
              <a:gd name="connsiteY1" fmla="*/ 0 h 13738825"/>
              <a:gd name="connsiteX2" fmla="*/ 15632061 w 15632061"/>
              <a:gd name="connsiteY2" fmla="*/ 13738825 h 13738825"/>
              <a:gd name="connsiteX3" fmla="*/ 0 w 15632061"/>
              <a:gd name="connsiteY3" fmla="*/ 13738825 h 13738825"/>
              <a:gd name="connsiteX4" fmla="*/ 0 w 15632061"/>
              <a:gd name="connsiteY4" fmla="*/ 0 h 13738825"/>
              <a:gd name="connsiteX0" fmla="*/ 0 w 15632061"/>
              <a:gd name="connsiteY0" fmla="*/ 0 h 13738825"/>
              <a:gd name="connsiteX1" fmla="*/ 11483807 w 15632061"/>
              <a:gd name="connsiteY1" fmla="*/ 22302 h 13738825"/>
              <a:gd name="connsiteX2" fmla="*/ 15632061 w 15632061"/>
              <a:gd name="connsiteY2" fmla="*/ 13738825 h 13738825"/>
              <a:gd name="connsiteX3" fmla="*/ 0 w 15632061"/>
              <a:gd name="connsiteY3" fmla="*/ 13738825 h 13738825"/>
              <a:gd name="connsiteX4" fmla="*/ 0 w 15632061"/>
              <a:gd name="connsiteY4" fmla="*/ 0 h 1373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32061" h="13738825">
                <a:moveTo>
                  <a:pt x="0" y="0"/>
                </a:moveTo>
                <a:lnTo>
                  <a:pt x="11483807" y="22302"/>
                </a:lnTo>
                <a:lnTo>
                  <a:pt x="15632061" y="13738825"/>
                </a:lnTo>
                <a:lnTo>
                  <a:pt x="0" y="1373882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90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0742" y="1641727"/>
            <a:ext cx="5435475" cy="4039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87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4EFDCC5-A673-B449-B7F8-575FC37F34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16218" y="0"/>
            <a:ext cx="6142693" cy="6858000"/>
          </a:xfrm>
          <a:custGeom>
            <a:avLst/>
            <a:gdLst>
              <a:gd name="connsiteX0" fmla="*/ 0 w 12282187"/>
              <a:gd name="connsiteY0" fmla="*/ 0 h 13716000"/>
              <a:gd name="connsiteX1" fmla="*/ 12282187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2187" h="13716000">
                <a:moveTo>
                  <a:pt x="0" y="0"/>
                </a:moveTo>
                <a:lnTo>
                  <a:pt x="8089328" y="0"/>
                </a:lnTo>
                <a:lnTo>
                  <a:pt x="12282187" y="13716000"/>
                </a:lnTo>
                <a:lnTo>
                  <a:pt x="4170556" y="1371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554EB93-65C7-0C44-851E-51A5988CD6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41024" y="0"/>
            <a:ext cx="4659195" cy="6858000"/>
          </a:xfrm>
          <a:custGeom>
            <a:avLst/>
            <a:gdLst>
              <a:gd name="connsiteX0" fmla="*/ 0 w 12282187"/>
              <a:gd name="connsiteY0" fmla="*/ 0 h 13716000"/>
              <a:gd name="connsiteX1" fmla="*/ 12282187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0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8089328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  <a:gd name="connsiteX0" fmla="*/ 0 w 12282187"/>
              <a:gd name="connsiteY0" fmla="*/ 0 h 13716000"/>
              <a:gd name="connsiteX1" fmla="*/ 9271357 w 12282187"/>
              <a:gd name="connsiteY1" fmla="*/ 0 h 13716000"/>
              <a:gd name="connsiteX2" fmla="*/ 12282187 w 12282187"/>
              <a:gd name="connsiteY2" fmla="*/ 13716000 h 13716000"/>
              <a:gd name="connsiteX3" fmla="*/ 4170556 w 12282187"/>
              <a:gd name="connsiteY3" fmla="*/ 13716000 h 13716000"/>
              <a:gd name="connsiteX4" fmla="*/ 0 w 12282187"/>
              <a:gd name="connsiteY4" fmla="*/ 0 h 13716000"/>
              <a:gd name="connsiteX0" fmla="*/ 0 w 9271357"/>
              <a:gd name="connsiteY0" fmla="*/ 0 h 13716000"/>
              <a:gd name="connsiteX1" fmla="*/ 9271357 w 9271357"/>
              <a:gd name="connsiteY1" fmla="*/ 0 h 13716000"/>
              <a:gd name="connsiteX2" fmla="*/ 7955514 w 9271357"/>
              <a:gd name="connsiteY2" fmla="*/ 12913112 h 13716000"/>
              <a:gd name="connsiteX3" fmla="*/ 4170556 w 9271357"/>
              <a:gd name="connsiteY3" fmla="*/ 13716000 h 13716000"/>
              <a:gd name="connsiteX4" fmla="*/ 0 w 9271357"/>
              <a:gd name="connsiteY4" fmla="*/ 0 h 13716000"/>
              <a:gd name="connsiteX0" fmla="*/ 0 w 9315963"/>
              <a:gd name="connsiteY0" fmla="*/ 0 h 13716000"/>
              <a:gd name="connsiteX1" fmla="*/ 9271357 w 9315963"/>
              <a:gd name="connsiteY1" fmla="*/ 0 h 13716000"/>
              <a:gd name="connsiteX2" fmla="*/ 9315963 w 9315963"/>
              <a:gd name="connsiteY2" fmla="*/ 13716000 h 13716000"/>
              <a:gd name="connsiteX3" fmla="*/ 4170556 w 9315963"/>
              <a:gd name="connsiteY3" fmla="*/ 13716000 h 13716000"/>
              <a:gd name="connsiteX4" fmla="*/ 0 w 931596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15963" h="13716000">
                <a:moveTo>
                  <a:pt x="0" y="0"/>
                </a:moveTo>
                <a:lnTo>
                  <a:pt x="9271357" y="0"/>
                </a:lnTo>
                <a:lnTo>
                  <a:pt x="9315963" y="13716000"/>
                </a:lnTo>
                <a:lnTo>
                  <a:pt x="4170556" y="13716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424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5926CDE8-73C7-754F-8CC6-072689BBD5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71026" y="-1"/>
            <a:ext cx="3970043" cy="4434836"/>
          </a:xfrm>
          <a:custGeom>
            <a:avLst/>
            <a:gdLst>
              <a:gd name="connsiteX0" fmla="*/ 0 w 7938019"/>
              <a:gd name="connsiteY0" fmla="*/ 0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0 w 7938019"/>
              <a:gd name="connsiteY4" fmla="*/ 0 h 8869671"/>
              <a:gd name="connsiteX0" fmla="*/ 4482791 w 7938019"/>
              <a:gd name="connsiteY0" fmla="*/ 89209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4482791 w 7938019"/>
              <a:gd name="connsiteY4" fmla="*/ 89209 h 8869671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7938019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3142995 w 7938019"/>
              <a:gd name="connsiteY2" fmla="*/ 8557438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39425 w 7938019"/>
              <a:gd name="connsiteY2" fmla="*/ 8847370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914277"/>
              <a:gd name="connsiteX1" fmla="*/ 7938019 w 7938019"/>
              <a:gd name="connsiteY1" fmla="*/ 1 h 8914277"/>
              <a:gd name="connsiteX2" fmla="*/ 5217122 w 7938019"/>
              <a:gd name="connsiteY2" fmla="*/ 8914277 h 8914277"/>
              <a:gd name="connsiteX3" fmla="*/ 0 w 7938019"/>
              <a:gd name="connsiteY3" fmla="*/ 8869672 h 8914277"/>
              <a:gd name="connsiteX4" fmla="*/ 2653991 w 7938019"/>
              <a:gd name="connsiteY4" fmla="*/ 0 h 8914277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194820 w 7938019"/>
              <a:gd name="connsiteY2" fmla="*/ 7799155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84030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019" h="8869672">
                <a:moveTo>
                  <a:pt x="2653991" y="0"/>
                </a:moveTo>
                <a:lnTo>
                  <a:pt x="7938019" y="1"/>
                </a:lnTo>
                <a:lnTo>
                  <a:pt x="5284030" y="8869672"/>
                </a:lnTo>
                <a:lnTo>
                  <a:pt x="0" y="8869672"/>
                </a:lnTo>
                <a:lnTo>
                  <a:pt x="2653991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6137688-9143-CC4D-B49C-54C627A92DC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60923" y="-1"/>
            <a:ext cx="3970043" cy="4434836"/>
          </a:xfrm>
          <a:custGeom>
            <a:avLst/>
            <a:gdLst>
              <a:gd name="connsiteX0" fmla="*/ 0 w 7938019"/>
              <a:gd name="connsiteY0" fmla="*/ 0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0 w 7938019"/>
              <a:gd name="connsiteY4" fmla="*/ 0 h 8869671"/>
              <a:gd name="connsiteX0" fmla="*/ 4482791 w 7938019"/>
              <a:gd name="connsiteY0" fmla="*/ 89209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4482791 w 7938019"/>
              <a:gd name="connsiteY4" fmla="*/ 89209 h 8869671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7938019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3142995 w 7938019"/>
              <a:gd name="connsiteY2" fmla="*/ 8557438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39425 w 7938019"/>
              <a:gd name="connsiteY2" fmla="*/ 8847370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914277"/>
              <a:gd name="connsiteX1" fmla="*/ 7938019 w 7938019"/>
              <a:gd name="connsiteY1" fmla="*/ 1 h 8914277"/>
              <a:gd name="connsiteX2" fmla="*/ 5217122 w 7938019"/>
              <a:gd name="connsiteY2" fmla="*/ 8914277 h 8914277"/>
              <a:gd name="connsiteX3" fmla="*/ 0 w 7938019"/>
              <a:gd name="connsiteY3" fmla="*/ 8869672 h 8914277"/>
              <a:gd name="connsiteX4" fmla="*/ 2653991 w 7938019"/>
              <a:gd name="connsiteY4" fmla="*/ 0 h 8914277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194820 w 7938019"/>
              <a:gd name="connsiteY2" fmla="*/ 7799155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84030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019" h="8869672">
                <a:moveTo>
                  <a:pt x="2653991" y="0"/>
                </a:moveTo>
                <a:lnTo>
                  <a:pt x="7938019" y="1"/>
                </a:lnTo>
                <a:lnTo>
                  <a:pt x="5284030" y="8869672"/>
                </a:lnTo>
                <a:lnTo>
                  <a:pt x="0" y="8869672"/>
                </a:lnTo>
                <a:lnTo>
                  <a:pt x="2653991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97A0936A-DAFA-7D40-BE51-E559897D05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1115" y="-1"/>
            <a:ext cx="3970043" cy="4434836"/>
          </a:xfrm>
          <a:custGeom>
            <a:avLst/>
            <a:gdLst>
              <a:gd name="connsiteX0" fmla="*/ 0 w 7938019"/>
              <a:gd name="connsiteY0" fmla="*/ 0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0 w 7938019"/>
              <a:gd name="connsiteY4" fmla="*/ 0 h 8869671"/>
              <a:gd name="connsiteX0" fmla="*/ 4482791 w 7938019"/>
              <a:gd name="connsiteY0" fmla="*/ 89209 h 8869671"/>
              <a:gd name="connsiteX1" fmla="*/ 7938019 w 7938019"/>
              <a:gd name="connsiteY1" fmla="*/ 0 h 8869671"/>
              <a:gd name="connsiteX2" fmla="*/ 7938019 w 7938019"/>
              <a:gd name="connsiteY2" fmla="*/ 8869671 h 8869671"/>
              <a:gd name="connsiteX3" fmla="*/ 0 w 7938019"/>
              <a:gd name="connsiteY3" fmla="*/ 8869671 h 8869671"/>
              <a:gd name="connsiteX4" fmla="*/ 4482791 w 7938019"/>
              <a:gd name="connsiteY4" fmla="*/ 89209 h 8869671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7938019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3142995 w 7938019"/>
              <a:gd name="connsiteY2" fmla="*/ 8557438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39425 w 7938019"/>
              <a:gd name="connsiteY2" fmla="*/ 8847370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914277"/>
              <a:gd name="connsiteX1" fmla="*/ 7938019 w 7938019"/>
              <a:gd name="connsiteY1" fmla="*/ 1 h 8914277"/>
              <a:gd name="connsiteX2" fmla="*/ 5217122 w 7938019"/>
              <a:gd name="connsiteY2" fmla="*/ 8914277 h 8914277"/>
              <a:gd name="connsiteX3" fmla="*/ 0 w 7938019"/>
              <a:gd name="connsiteY3" fmla="*/ 8869672 h 8914277"/>
              <a:gd name="connsiteX4" fmla="*/ 2653991 w 7938019"/>
              <a:gd name="connsiteY4" fmla="*/ 0 h 8914277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194820 w 7938019"/>
              <a:gd name="connsiteY2" fmla="*/ 7799155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  <a:gd name="connsiteX0" fmla="*/ 2653991 w 7938019"/>
              <a:gd name="connsiteY0" fmla="*/ 0 h 8869672"/>
              <a:gd name="connsiteX1" fmla="*/ 7938019 w 7938019"/>
              <a:gd name="connsiteY1" fmla="*/ 1 h 8869672"/>
              <a:gd name="connsiteX2" fmla="*/ 5284030 w 7938019"/>
              <a:gd name="connsiteY2" fmla="*/ 8869672 h 8869672"/>
              <a:gd name="connsiteX3" fmla="*/ 0 w 7938019"/>
              <a:gd name="connsiteY3" fmla="*/ 8869672 h 8869672"/>
              <a:gd name="connsiteX4" fmla="*/ 2653991 w 7938019"/>
              <a:gd name="connsiteY4" fmla="*/ 0 h 886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38019" h="8869672">
                <a:moveTo>
                  <a:pt x="2653991" y="0"/>
                </a:moveTo>
                <a:lnTo>
                  <a:pt x="7938019" y="1"/>
                </a:lnTo>
                <a:lnTo>
                  <a:pt x="5284030" y="8869672"/>
                </a:lnTo>
                <a:lnTo>
                  <a:pt x="0" y="8869672"/>
                </a:lnTo>
                <a:lnTo>
                  <a:pt x="2653991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78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85063" y="627903"/>
            <a:ext cx="2218958" cy="22183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CB240E4-FEFB-AB41-9AE2-F308D161F7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87915" y="2988577"/>
            <a:ext cx="2923285" cy="29225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61370D01-74E6-B44E-A0BA-5BE54B4602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36696" y="2988577"/>
            <a:ext cx="1697038" cy="16965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50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1">
            <a:extLst>
              <a:ext uri="{FF2B5EF4-FFF2-40B4-BE49-F238E27FC236}">
                <a16:creationId xmlns:a16="http://schemas.microsoft.com/office/drawing/2014/main" id="{03EDEDA6-202B-0B4F-8457-706A656C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65158" y="1616567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1A24B99D-5B06-9649-BEBC-E2D7508A06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39218" y="1616567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2" name="Picture Placeholder 31">
            <a:extLst>
              <a:ext uri="{FF2B5EF4-FFF2-40B4-BE49-F238E27FC236}">
                <a16:creationId xmlns:a16="http://schemas.microsoft.com/office/drawing/2014/main" id="{CD7744E6-5E97-8E4B-B755-926C96EED8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35754" y="1616567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458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33251" y="2099608"/>
            <a:ext cx="2528229" cy="33798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813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90B513-1654-124A-8601-F0544BBA0A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9316" y="2114606"/>
            <a:ext cx="3626150" cy="2266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F26F332-9E25-204C-8598-BF8CF2B0FC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73347" y="2114606"/>
            <a:ext cx="3626150" cy="2266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AD7DC8-2A9C-894E-AAA3-65F437BF6B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5346" y="1769693"/>
            <a:ext cx="4586924" cy="2866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73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1">
            <a:extLst>
              <a:ext uri="{FF2B5EF4-FFF2-40B4-BE49-F238E27FC236}">
                <a16:creationId xmlns:a16="http://schemas.microsoft.com/office/drawing/2014/main" id="{03EDEDA6-202B-0B4F-8457-706A656C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1886" y="1651649"/>
            <a:ext cx="1945814" cy="4111559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645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39F3300-101E-CC40-A007-9C92666DAE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99169" y="2432304"/>
            <a:ext cx="12590339" cy="45998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645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97412" y="342922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 Diagonal Corner of Rectangle 7">
            <a:extLst>
              <a:ext uri="{FF2B5EF4-FFF2-40B4-BE49-F238E27FC236}">
                <a16:creationId xmlns:a16="http://schemas.microsoft.com/office/drawing/2014/main" id="{25D772E6-1F87-0B0F-25FB-D25C31956CA8}"/>
              </a:ext>
            </a:extLst>
          </p:cNvPr>
          <p:cNvSpPr/>
          <p:nvPr userDrawn="1"/>
        </p:nvSpPr>
        <p:spPr>
          <a:xfrm>
            <a:off x="11931821" y="180192"/>
            <a:ext cx="514158" cy="937407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58B6C0">
              <a:lumMod val="75000"/>
            </a:srgbClr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ound Diagonal Corner of Rectangle 46">
            <a:extLst>
              <a:ext uri="{FF2B5EF4-FFF2-40B4-BE49-F238E27FC236}">
                <a16:creationId xmlns:a16="http://schemas.microsoft.com/office/drawing/2014/main" id="{1BDAC1E1-AB64-4643-9790-5E69FD92F05B}"/>
              </a:ext>
            </a:extLst>
          </p:cNvPr>
          <p:cNvSpPr/>
          <p:nvPr userDrawn="1"/>
        </p:nvSpPr>
        <p:spPr>
          <a:xfrm>
            <a:off x="-101599" y="-152401"/>
            <a:ext cx="730174" cy="529871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2683C6"/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3458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3883A1B-A136-4866-95EC-5542367C9D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585975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3883A1B-A136-4866-95EC-5542367C9D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22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912142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72A240A-B0D7-46A1-BE8F-1157952472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7265958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72A240A-B0D7-46A1-BE8F-115795247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le 94">
            <a:extLst>
              <a:ext uri="{FF2B5EF4-FFF2-40B4-BE49-F238E27FC236}">
                <a16:creationId xmlns:a16="http://schemas.microsoft.com/office/drawing/2014/main" id="{A77001FE-7E91-4E75-A4EF-1578C59C99B9}"/>
              </a:ext>
            </a:extLst>
          </p:cNvPr>
          <p:cNvSpPr/>
          <p:nvPr userDrawn="1"/>
        </p:nvSpPr>
        <p:spPr>
          <a:xfrm rot="5400000">
            <a:off x="-282156" y="641762"/>
            <a:ext cx="633956" cy="69643"/>
          </a:xfrm>
          <a:prstGeom prst="roundRect">
            <a:avLst>
              <a:gd name="adj" fmla="val 50000"/>
            </a:avLst>
          </a:prstGeom>
          <a:solidFill>
            <a:srgbClr val="00C2B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486F5F3-CCEE-4C1E-AB54-087A71084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18" y="422669"/>
            <a:ext cx="10515600" cy="507831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>
            <a:lvl1pPr>
              <a:defRPr kumimoji="0" lang="en-US" sz="2700" b="0" i="0" u="none" strike="noStrike" cap="none" spc="0" normalizeH="0" baseline="0" dirty="0">
                <a:ln>
                  <a:noFill/>
                </a:ln>
                <a:solidFill>
                  <a:srgbClr val="363E48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defTabSz="91421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6EF84FA-1A9E-4019-97D2-27F3E2139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0764" y="6545499"/>
            <a:ext cx="2743200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7665A8-3FB1-44B9-AAA4-3824A0ADB864}"/>
              </a:ext>
            </a:extLst>
          </p:cNvPr>
          <p:cNvSpPr txBox="1"/>
          <p:nvPr userDrawn="1"/>
        </p:nvSpPr>
        <p:spPr>
          <a:xfrm>
            <a:off x="3761767" y="6533135"/>
            <a:ext cx="4668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www.imarticus.org</a:t>
            </a:r>
          </a:p>
        </p:txBody>
      </p:sp>
    </p:spTree>
    <p:extLst>
      <p:ext uri="{BB962C8B-B14F-4D97-AF65-F5344CB8AC3E}">
        <p14:creationId xmlns:p14="http://schemas.microsoft.com/office/powerpoint/2010/main" val="39253178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797412" y="342922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 Diagonal Corner of Rectangle 7">
            <a:extLst>
              <a:ext uri="{FF2B5EF4-FFF2-40B4-BE49-F238E27FC236}">
                <a16:creationId xmlns:a16="http://schemas.microsoft.com/office/drawing/2014/main" id="{25D772E6-1F87-0B0F-25FB-D25C31956CA8}"/>
              </a:ext>
            </a:extLst>
          </p:cNvPr>
          <p:cNvSpPr/>
          <p:nvPr userDrawn="1"/>
        </p:nvSpPr>
        <p:spPr>
          <a:xfrm>
            <a:off x="11931821" y="180192"/>
            <a:ext cx="514158" cy="937407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58B6C0">
              <a:lumMod val="75000"/>
            </a:srgbClr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ound Diagonal Corner of Rectangle 46">
            <a:extLst>
              <a:ext uri="{FF2B5EF4-FFF2-40B4-BE49-F238E27FC236}">
                <a16:creationId xmlns:a16="http://schemas.microsoft.com/office/drawing/2014/main" id="{1BDAC1E1-AB64-4643-9790-5E69FD92F05B}"/>
              </a:ext>
            </a:extLst>
          </p:cNvPr>
          <p:cNvSpPr/>
          <p:nvPr userDrawn="1"/>
        </p:nvSpPr>
        <p:spPr>
          <a:xfrm>
            <a:off x="-101599" y="-152401"/>
            <a:ext cx="730174" cy="529871"/>
          </a:xfrm>
          <a:prstGeom prst="round2DiagRect">
            <a:avLst>
              <a:gd name="adj1" fmla="val 29994"/>
              <a:gd name="adj2" fmla="val 0"/>
            </a:avLst>
          </a:prstGeom>
          <a:solidFill>
            <a:srgbClr val="2683C6"/>
          </a:solidFill>
          <a:ln w="12700" cap="flat" cmpd="sng" algn="ctr">
            <a:solidFill>
              <a:srgbClr val="75BDA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6194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97412" y="287781"/>
            <a:ext cx="2026596" cy="6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 6"/>
          <p:cNvSpPr/>
          <p:nvPr userDrawn="1"/>
        </p:nvSpPr>
        <p:spPr>
          <a:xfrm>
            <a:off x="0" y="232640"/>
            <a:ext cx="320675" cy="722227"/>
          </a:xfrm>
          <a:custGeom>
            <a:avLst/>
            <a:gdLst>
              <a:gd name="connsiteX0" fmla="*/ 0 w 320675"/>
              <a:gd name="connsiteY0" fmla="*/ 0 h 722227"/>
              <a:gd name="connsiteX1" fmla="*/ 219073 w 320675"/>
              <a:gd name="connsiteY1" fmla="*/ 0 h 722227"/>
              <a:gd name="connsiteX2" fmla="*/ 320675 w 320675"/>
              <a:gd name="connsiteY2" fmla="*/ 101602 h 722227"/>
              <a:gd name="connsiteX3" fmla="*/ 320675 w 320675"/>
              <a:gd name="connsiteY3" fmla="*/ 620625 h 722227"/>
              <a:gd name="connsiteX4" fmla="*/ 219073 w 320675"/>
              <a:gd name="connsiteY4" fmla="*/ 722227 h 722227"/>
              <a:gd name="connsiteX5" fmla="*/ 0 w 320675"/>
              <a:gd name="connsiteY5" fmla="*/ 722227 h 722227"/>
              <a:gd name="connsiteX6" fmla="*/ 0 w 320675"/>
              <a:gd name="connsiteY6" fmla="*/ 0 h 72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675" h="722227">
                <a:moveTo>
                  <a:pt x="0" y="0"/>
                </a:moveTo>
                <a:lnTo>
                  <a:pt x="219073" y="0"/>
                </a:lnTo>
                <a:cubicBezTo>
                  <a:pt x="275186" y="0"/>
                  <a:pt x="320675" y="45489"/>
                  <a:pt x="320675" y="101602"/>
                </a:cubicBezTo>
                <a:lnTo>
                  <a:pt x="320675" y="620625"/>
                </a:lnTo>
                <a:cubicBezTo>
                  <a:pt x="320675" y="676738"/>
                  <a:pt x="275186" y="722227"/>
                  <a:pt x="219073" y="722227"/>
                </a:cubicBezTo>
                <a:lnTo>
                  <a:pt x="0" y="722227"/>
                </a:lnTo>
                <a:lnTo>
                  <a:pt x="0" y="0"/>
                </a:lnTo>
                <a:close/>
              </a:path>
            </a:pathLst>
          </a:cu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R="0" lvl="0" indent="0" algn="ctr" defTabSz="91421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" name="Title 4"/>
          <p:cNvSpPr>
            <a:spLocks noGrp="1"/>
          </p:cNvSpPr>
          <p:nvPr>
            <p:ph type="title" hasCustomPrompt="1"/>
          </p:nvPr>
        </p:nvSpPr>
        <p:spPr>
          <a:xfrm>
            <a:off x="526194" y="266728"/>
            <a:ext cx="10515600" cy="654051"/>
          </a:xfrm>
        </p:spPr>
        <p:txBody>
          <a:bodyPr>
            <a:normAutofit/>
          </a:bodyPr>
          <a:lstStyle>
            <a:lvl1pPr>
              <a:defRPr sz="2400" b="1" kern="1500" spc="23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27B832A-4976-4F34-8B26-1D2B1F3DAFBF}"/>
              </a:ext>
            </a:extLst>
          </p:cNvPr>
          <p:cNvSpPr txBox="1">
            <a:spLocks/>
          </p:cNvSpPr>
          <p:nvPr userDrawn="1"/>
        </p:nvSpPr>
        <p:spPr>
          <a:xfrm>
            <a:off x="4320462" y="6579977"/>
            <a:ext cx="3431899" cy="3048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and Confidential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6063158-5CF2-4802-B701-B4233E4BC0FB}"/>
              </a:ext>
            </a:extLst>
          </p:cNvPr>
          <p:cNvSpPr txBox="1">
            <a:spLocks/>
          </p:cNvSpPr>
          <p:nvPr userDrawn="1"/>
        </p:nvSpPr>
        <p:spPr>
          <a:xfrm>
            <a:off x="11041794" y="6570219"/>
            <a:ext cx="1067078" cy="18256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F68F43-4567-4CB0-B00D-7267D614B448}" type="slidenum">
              <a:rPr lang="en-US" sz="110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7005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3AF2-E56B-4C3A-9BFA-0E028B9DD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6E09-89B4-4A99-97D5-37D6DF9B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5CEB3-5F92-4555-A693-6B5E1BA9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CF3A-D6AA-4FDB-80B2-580FD41F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93A4-3B2E-48CA-A23B-DF486353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1323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36C3-7A36-4F4D-8652-AC1C9BB9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4D5D4-9037-4F32-A664-CE57D8B87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3CBA1-2DFB-410B-A009-D66DAC97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4B6AF-A1A9-454E-B5BB-10210EB0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A8FCF-8346-4094-B73B-7E9745B6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965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4CB03-470E-4CE1-A94D-31743905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0FCE7-2675-45BF-9CBD-20EA0AF4A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F8765-BF53-4354-9990-B90B5D222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AEBC-E7BC-498A-B658-B9EE1193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8462-5776-477D-8210-74F67359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7603-5CA8-48DC-A1A0-22A88703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641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4268-7736-4776-B630-5143AAD3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BCCA5-B8E2-460B-88A8-579E00339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9705F-D0F8-4F3F-9DDF-2A8F4F02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B6D0E-E26D-4F9C-B650-2528CA4C8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898B2-F79B-4FB4-9DB2-8C8288372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F58FA-B74D-4ED0-AE09-31BE3591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D4827D-F859-4709-9D95-1575A4F8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822E1-EE16-4909-9DC4-FDF4C7DB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812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F85FF0-9E16-4EBC-84C3-C446071875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6580" y="19050"/>
            <a:ext cx="152542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178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5207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0DC1-C344-4679-BE25-803B7328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4101-0BA0-4C58-9547-87F636EF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CB97F-4432-4959-B195-4054FB111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621FC-9E09-4E59-A199-56D89775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03946-1E95-43EC-AFD0-36FE067A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356EE-8623-411D-83C2-9BDB6518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323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89F8-C937-40A7-A69F-9821BB16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3857A-DFA6-4E79-AED6-66DD2EDBF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3A385-CD5D-4154-8196-EF8BA6FE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1E422-C1D4-4626-82B0-97417723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6546D-0D7B-468E-BBC3-31655C625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92B25-B7C5-4252-9AC4-9FAFD5E2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7157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4556-6725-4D25-A569-A9D58609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AEA5F-E057-40C0-9166-76CF614D2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78FF9-D16B-4D9C-A231-1B4126BF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E3342-2189-48CD-8490-56A5BBC5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682CA-B88F-4862-9D47-61237B40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3296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87147-3B10-4C8D-9A1F-6F8259461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D2AEA-D88F-4D92-AE30-2BD4A8A56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F8B8-4BF3-4A69-AB5D-3ACD32DB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930DB-DAEB-4E10-B6C2-9B468539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5946D-2615-4CAD-A8E2-3B1D8C23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1766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2" userDrawn="1">
  <p:cSld name="Title - 22">
    <p:bg>
      <p:bgPr>
        <a:solidFill>
          <a:schemeClr val="bg2"/>
        </a:solid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96D5250B-76D7-1E4B-8DBF-D533184A560D}"/>
              </a:ext>
            </a:extLst>
          </p:cNvPr>
          <p:cNvSpPr/>
          <p:nvPr userDrawn="1"/>
        </p:nvSpPr>
        <p:spPr>
          <a:xfrm>
            <a:off x="9248087" y="0"/>
            <a:ext cx="2943913" cy="31796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4" h="21308" extrusionOk="0">
                <a:moveTo>
                  <a:pt x="6742" y="0"/>
                </a:moveTo>
                <a:cubicBezTo>
                  <a:pt x="5341" y="894"/>
                  <a:pt x="4828" y="2519"/>
                  <a:pt x="4709" y="4034"/>
                </a:cubicBezTo>
                <a:cubicBezTo>
                  <a:pt x="4590" y="5549"/>
                  <a:pt x="4745" y="7106"/>
                  <a:pt x="4260" y="8570"/>
                </a:cubicBezTo>
                <a:cubicBezTo>
                  <a:pt x="3729" y="10196"/>
                  <a:pt x="2465" y="11540"/>
                  <a:pt x="1448" y="12970"/>
                </a:cubicBezTo>
                <a:cubicBezTo>
                  <a:pt x="431" y="14400"/>
                  <a:pt x="-366" y="16136"/>
                  <a:pt x="174" y="17753"/>
                </a:cubicBezTo>
                <a:cubicBezTo>
                  <a:pt x="944" y="20060"/>
                  <a:pt x="4031" y="21098"/>
                  <a:pt x="6761" y="21268"/>
                </a:cubicBezTo>
                <a:cubicBezTo>
                  <a:pt x="12055" y="21600"/>
                  <a:pt x="17478" y="19821"/>
                  <a:pt x="21234" y="16528"/>
                </a:cubicBezTo>
                <a:lnTo>
                  <a:pt x="21234" y="0"/>
                </a:lnTo>
                <a:lnTo>
                  <a:pt x="6742" y="0"/>
                </a:lnTo>
                <a:close/>
              </a:path>
            </a:pathLst>
          </a:custGeom>
          <a:solidFill>
            <a:srgbClr val="E8E9ED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90364CA5-56EB-F64D-BF6C-179B86E86413}"/>
              </a:ext>
            </a:extLst>
          </p:cNvPr>
          <p:cNvSpPr/>
          <p:nvPr userDrawn="1"/>
        </p:nvSpPr>
        <p:spPr>
          <a:xfrm>
            <a:off x="1250950" y="4065270"/>
            <a:ext cx="10941050" cy="2792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97" y="0"/>
                </a:moveTo>
                <a:cubicBezTo>
                  <a:pt x="20058" y="1002"/>
                  <a:pt x="19160" y="7171"/>
                  <a:pt x="17917" y="10854"/>
                </a:cubicBezTo>
                <a:cubicBezTo>
                  <a:pt x="16530" y="14960"/>
                  <a:pt x="14700" y="15932"/>
                  <a:pt x="12963" y="16001"/>
                </a:cubicBezTo>
                <a:cubicBezTo>
                  <a:pt x="11802" y="16050"/>
                  <a:pt x="10641" y="15765"/>
                  <a:pt x="9492" y="15147"/>
                </a:cubicBezTo>
                <a:cubicBezTo>
                  <a:pt x="7798" y="14233"/>
                  <a:pt x="6110" y="12593"/>
                  <a:pt x="4400" y="12897"/>
                </a:cubicBezTo>
                <a:cubicBezTo>
                  <a:pt x="2690" y="13202"/>
                  <a:pt x="888" y="15873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FA3B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person sitting at a table using a computer&#10;&#10;Description automatically generated">
            <a:extLst>
              <a:ext uri="{FF2B5EF4-FFF2-40B4-BE49-F238E27FC236}">
                <a16:creationId xmlns:a16="http://schemas.microsoft.com/office/drawing/2014/main" id="{F390DE7A-A372-034C-9A8D-C9F45B1564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75" y="2895600"/>
            <a:ext cx="6903136" cy="3962400"/>
          </a:xfrm>
          <a:prstGeom prst="rect">
            <a:avLst/>
          </a:prstGeom>
        </p:spPr>
      </p:pic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08784" y="652440"/>
            <a:ext cx="1333500" cy="1333500"/>
          </a:xfrm>
          <a:prstGeom prst="ellipse">
            <a:avLst/>
          </a:prstGeom>
          <a:solidFill>
            <a:schemeClr val="accent5"/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520769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06"/>
          <p:cNvSpPr>
            <a:spLocks noGrp="1"/>
          </p:cNvSpPr>
          <p:nvPr>
            <p:ph type="pic" idx="2"/>
          </p:nvPr>
        </p:nvSpPr>
        <p:spPr>
          <a:xfrm>
            <a:off x="-199169" y="-174171"/>
            <a:ext cx="12590339" cy="720634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154263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">
  <p:cSld name="slide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07"/>
          <p:cNvSpPr>
            <a:spLocks noGrp="1"/>
          </p:cNvSpPr>
          <p:nvPr>
            <p:ph type="pic" idx="2"/>
          </p:nvPr>
        </p:nvSpPr>
        <p:spPr>
          <a:xfrm>
            <a:off x="3978704" y="-174171"/>
            <a:ext cx="8412466" cy="720634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2" name="Google Shape;692;p307"/>
          <p:cNvSpPr/>
          <p:nvPr/>
        </p:nvSpPr>
        <p:spPr>
          <a:xfrm flipH="1">
            <a:off x="1588" y="627903"/>
            <a:ext cx="560419" cy="270354"/>
          </a:xfrm>
          <a:custGeom>
            <a:avLst/>
            <a:gdLst/>
            <a:ahLst/>
            <a:cxnLst/>
            <a:rect l="l" t="t" r="r" b="b"/>
            <a:pathLst>
              <a:path w="16161399" h="3987559" extrusionOk="0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3026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ide">
  <p:cSld name="1_slide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08"/>
          <p:cNvSpPr>
            <a:spLocks noGrp="1"/>
          </p:cNvSpPr>
          <p:nvPr>
            <p:ph type="pic" idx="2"/>
          </p:nvPr>
        </p:nvSpPr>
        <p:spPr>
          <a:xfrm>
            <a:off x="-199169" y="-174171"/>
            <a:ext cx="12590339" cy="42889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5" name="Google Shape;695;p308"/>
          <p:cNvSpPr txBox="1">
            <a:spLocks noGrp="1"/>
          </p:cNvSpPr>
          <p:nvPr>
            <p:ph type="body" idx="1"/>
          </p:nvPr>
        </p:nvSpPr>
        <p:spPr>
          <a:xfrm>
            <a:off x="1215840" y="4367129"/>
            <a:ext cx="10421727" cy="2166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09309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">
  <p:cSld name="2_slide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09"/>
          <p:cNvSpPr>
            <a:spLocks noGrp="1"/>
          </p:cNvSpPr>
          <p:nvPr>
            <p:ph type="pic" idx="2"/>
          </p:nvPr>
        </p:nvSpPr>
        <p:spPr>
          <a:xfrm>
            <a:off x="3576130" y="2940877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8" name="Google Shape;698;p309"/>
          <p:cNvSpPr>
            <a:spLocks noGrp="1"/>
          </p:cNvSpPr>
          <p:nvPr>
            <p:ph type="pic" idx="3"/>
          </p:nvPr>
        </p:nvSpPr>
        <p:spPr>
          <a:xfrm>
            <a:off x="4492911" y="1447800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9" name="Google Shape;699;p309"/>
          <p:cNvSpPr>
            <a:spLocks noGrp="1"/>
          </p:cNvSpPr>
          <p:nvPr>
            <p:ph type="pic" idx="4"/>
          </p:nvPr>
        </p:nvSpPr>
        <p:spPr>
          <a:xfrm>
            <a:off x="6309129" y="1447800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0" name="Google Shape;700;p309"/>
          <p:cNvSpPr>
            <a:spLocks noGrp="1"/>
          </p:cNvSpPr>
          <p:nvPr>
            <p:ph type="pic" idx="5"/>
          </p:nvPr>
        </p:nvSpPr>
        <p:spPr>
          <a:xfrm>
            <a:off x="4492911" y="4433954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1" name="Google Shape;701;p309"/>
          <p:cNvSpPr>
            <a:spLocks noGrp="1"/>
          </p:cNvSpPr>
          <p:nvPr>
            <p:ph type="pic" idx="6"/>
          </p:nvPr>
        </p:nvSpPr>
        <p:spPr>
          <a:xfrm>
            <a:off x="6309129" y="4433954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2" name="Google Shape;702;p309"/>
          <p:cNvSpPr>
            <a:spLocks noGrp="1"/>
          </p:cNvSpPr>
          <p:nvPr>
            <p:ph type="pic" idx="7"/>
          </p:nvPr>
        </p:nvSpPr>
        <p:spPr>
          <a:xfrm>
            <a:off x="7225909" y="2940877"/>
            <a:ext cx="1389961" cy="1389597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004162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lide">
  <p:cSld name="3_slide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10"/>
          <p:cNvSpPr>
            <a:spLocks noGrp="1"/>
          </p:cNvSpPr>
          <p:nvPr>
            <p:ph type="pic" idx="2"/>
          </p:nvPr>
        </p:nvSpPr>
        <p:spPr>
          <a:xfrm>
            <a:off x="2237975" y="4303749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5" name="Google Shape;705;p310"/>
          <p:cNvSpPr>
            <a:spLocks noGrp="1"/>
          </p:cNvSpPr>
          <p:nvPr>
            <p:ph type="pic" idx="3"/>
          </p:nvPr>
        </p:nvSpPr>
        <p:spPr>
          <a:xfrm>
            <a:off x="3457115" y="3122288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6" name="Google Shape;706;p310"/>
          <p:cNvSpPr>
            <a:spLocks noGrp="1"/>
          </p:cNvSpPr>
          <p:nvPr>
            <p:ph type="pic" idx="4"/>
          </p:nvPr>
        </p:nvSpPr>
        <p:spPr>
          <a:xfrm>
            <a:off x="4624057" y="1959965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7" name="Google Shape;707;p310"/>
          <p:cNvSpPr>
            <a:spLocks noGrp="1"/>
          </p:cNvSpPr>
          <p:nvPr>
            <p:ph type="pic" idx="5"/>
          </p:nvPr>
        </p:nvSpPr>
        <p:spPr>
          <a:xfrm>
            <a:off x="5790998" y="784547"/>
            <a:ext cx="1333651" cy="133330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4205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lide">
  <p:cSld name="4_slide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11"/>
          <p:cNvSpPr>
            <a:spLocks noGrp="1"/>
          </p:cNvSpPr>
          <p:nvPr>
            <p:ph type="pic" idx="2"/>
          </p:nvPr>
        </p:nvSpPr>
        <p:spPr>
          <a:xfrm>
            <a:off x="-199169" y="2514600"/>
            <a:ext cx="12590339" cy="45175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0" name="Google Shape;710;p311"/>
          <p:cNvSpPr>
            <a:spLocks noGrp="1"/>
          </p:cNvSpPr>
          <p:nvPr>
            <p:ph type="pic" idx="3"/>
          </p:nvPr>
        </p:nvSpPr>
        <p:spPr>
          <a:xfrm>
            <a:off x="1428209" y="1579564"/>
            <a:ext cx="1870562" cy="18700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1" name="Google Shape;711;p311"/>
          <p:cNvSpPr>
            <a:spLocks noGrp="1"/>
          </p:cNvSpPr>
          <p:nvPr>
            <p:ph type="pic" idx="4"/>
          </p:nvPr>
        </p:nvSpPr>
        <p:spPr>
          <a:xfrm>
            <a:off x="5160720" y="1579564"/>
            <a:ext cx="1870562" cy="18700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2" name="Google Shape;712;p311"/>
          <p:cNvSpPr>
            <a:spLocks noGrp="1"/>
          </p:cNvSpPr>
          <p:nvPr>
            <p:ph type="pic" idx="5"/>
          </p:nvPr>
        </p:nvSpPr>
        <p:spPr>
          <a:xfrm>
            <a:off x="8893230" y="1579564"/>
            <a:ext cx="1870562" cy="18700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713" name="Google Shape;713;p311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60258" y="419996"/>
            <a:ext cx="892157" cy="791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55882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">
  <p:cSld name="5_slide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12"/>
          <p:cNvSpPr>
            <a:spLocks noGrp="1"/>
          </p:cNvSpPr>
          <p:nvPr>
            <p:ph type="pic" idx="2"/>
          </p:nvPr>
        </p:nvSpPr>
        <p:spPr>
          <a:xfrm>
            <a:off x="5222862" y="0"/>
            <a:ext cx="696913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51107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lide">
  <p:cSld name="6_slide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13"/>
          <p:cNvSpPr>
            <a:spLocks noGrp="1"/>
          </p:cNvSpPr>
          <p:nvPr>
            <p:ph type="pic" idx="2"/>
          </p:nvPr>
        </p:nvSpPr>
        <p:spPr>
          <a:xfrm>
            <a:off x="713116" y="2066599"/>
            <a:ext cx="1333653" cy="1333303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8" name="Google Shape;718;p313"/>
          <p:cNvSpPr>
            <a:spLocks noGrp="1"/>
          </p:cNvSpPr>
          <p:nvPr>
            <p:ph type="pic" idx="3"/>
          </p:nvPr>
        </p:nvSpPr>
        <p:spPr>
          <a:xfrm>
            <a:off x="713119" y="3890151"/>
            <a:ext cx="1333648" cy="1333299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9" name="Google Shape;719;p313"/>
          <p:cNvSpPr>
            <a:spLocks noGrp="1"/>
          </p:cNvSpPr>
          <p:nvPr>
            <p:ph type="pic" idx="4"/>
          </p:nvPr>
        </p:nvSpPr>
        <p:spPr>
          <a:xfrm>
            <a:off x="6589152" y="2066599"/>
            <a:ext cx="1333653" cy="1333303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0" name="Google Shape;720;p313"/>
          <p:cNvSpPr>
            <a:spLocks noGrp="1"/>
          </p:cNvSpPr>
          <p:nvPr>
            <p:ph type="pic" idx="5"/>
          </p:nvPr>
        </p:nvSpPr>
        <p:spPr>
          <a:xfrm>
            <a:off x="6589155" y="3890151"/>
            <a:ext cx="1333648" cy="1333299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855674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slide">
  <p:cSld name="7_slide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14"/>
          <p:cNvSpPr>
            <a:spLocks noGrp="1"/>
          </p:cNvSpPr>
          <p:nvPr>
            <p:ph type="pic" idx="2"/>
          </p:nvPr>
        </p:nvSpPr>
        <p:spPr>
          <a:xfrm>
            <a:off x="713118" y="1581144"/>
            <a:ext cx="5879817" cy="420354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9455504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slide">
  <p:cSld name="8_slide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15"/>
          <p:cNvSpPr>
            <a:spLocks noGrp="1"/>
          </p:cNvSpPr>
          <p:nvPr>
            <p:ph type="pic" idx="2"/>
          </p:nvPr>
        </p:nvSpPr>
        <p:spPr>
          <a:xfrm>
            <a:off x="5784331" y="1315673"/>
            <a:ext cx="5879817" cy="420354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5" name="Google Shape;725;p315"/>
          <p:cNvSpPr txBox="1">
            <a:spLocks noGrp="1"/>
          </p:cNvSpPr>
          <p:nvPr>
            <p:ph type="title"/>
          </p:nvPr>
        </p:nvSpPr>
        <p:spPr>
          <a:xfrm>
            <a:off x="838201" y="365127"/>
            <a:ext cx="10515600" cy="62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200"/>
              <a:buFont typeface="Arial"/>
              <a:buNone/>
              <a:defRPr sz="2200" b="1">
                <a:solidFill>
                  <a:srgbClr val="323F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315"/>
          <p:cNvSpPr/>
          <p:nvPr/>
        </p:nvSpPr>
        <p:spPr>
          <a:xfrm flipH="1">
            <a:off x="1588" y="627903"/>
            <a:ext cx="560419" cy="270354"/>
          </a:xfrm>
          <a:custGeom>
            <a:avLst/>
            <a:gdLst/>
            <a:ahLst/>
            <a:cxnLst/>
            <a:rect l="l" t="t" r="r" b="b"/>
            <a:pathLst>
              <a:path w="16161399" h="3987559" extrusionOk="0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315"/>
          <p:cNvPicPr preferRelativeResize="0"/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60258" y="419996"/>
            <a:ext cx="892157" cy="791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18128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slide">
  <p:cSld name="9_slide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16"/>
          <p:cNvSpPr>
            <a:spLocks noGrp="1"/>
          </p:cNvSpPr>
          <p:nvPr>
            <p:ph type="pic" idx="2"/>
          </p:nvPr>
        </p:nvSpPr>
        <p:spPr>
          <a:xfrm>
            <a:off x="713117" y="1712348"/>
            <a:ext cx="5382883" cy="243426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7103025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lide">
  <p:cSld name="10_slide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17"/>
          <p:cNvSpPr>
            <a:spLocks noGrp="1"/>
          </p:cNvSpPr>
          <p:nvPr>
            <p:ph type="pic" idx="2"/>
          </p:nvPr>
        </p:nvSpPr>
        <p:spPr>
          <a:xfrm>
            <a:off x="1069999" y="2677076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2" name="Google Shape;732;p317"/>
          <p:cNvSpPr>
            <a:spLocks noGrp="1"/>
          </p:cNvSpPr>
          <p:nvPr>
            <p:ph type="pic" idx="3"/>
          </p:nvPr>
        </p:nvSpPr>
        <p:spPr>
          <a:xfrm>
            <a:off x="5090800" y="2677076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3" name="Google Shape;733;p317"/>
          <p:cNvSpPr>
            <a:spLocks noGrp="1"/>
          </p:cNvSpPr>
          <p:nvPr>
            <p:ph type="pic" idx="4"/>
          </p:nvPr>
        </p:nvSpPr>
        <p:spPr>
          <a:xfrm>
            <a:off x="9111600" y="2677076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4" name="Google Shape;734;p317"/>
          <p:cNvSpPr>
            <a:spLocks noGrp="1"/>
          </p:cNvSpPr>
          <p:nvPr>
            <p:ph type="pic" idx="5"/>
          </p:nvPr>
        </p:nvSpPr>
        <p:spPr>
          <a:xfrm>
            <a:off x="3080399" y="3884084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5" name="Google Shape;735;p317"/>
          <p:cNvSpPr>
            <a:spLocks noGrp="1"/>
          </p:cNvSpPr>
          <p:nvPr>
            <p:ph type="pic" idx="6"/>
          </p:nvPr>
        </p:nvSpPr>
        <p:spPr>
          <a:xfrm>
            <a:off x="7101200" y="3884084"/>
            <a:ext cx="2010401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856915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slide">
  <p:cSld name="11_slide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8"/>
          <p:cNvSpPr>
            <a:spLocks noGrp="1"/>
          </p:cNvSpPr>
          <p:nvPr>
            <p:ph type="pic" idx="2"/>
          </p:nvPr>
        </p:nvSpPr>
        <p:spPr>
          <a:xfrm>
            <a:off x="780799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8" name="Google Shape;738;p318"/>
          <p:cNvSpPr>
            <a:spLocks noGrp="1"/>
          </p:cNvSpPr>
          <p:nvPr>
            <p:ph type="pic" idx="3"/>
          </p:nvPr>
        </p:nvSpPr>
        <p:spPr>
          <a:xfrm>
            <a:off x="3525120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39" name="Google Shape;739;p318"/>
          <p:cNvSpPr>
            <a:spLocks noGrp="1"/>
          </p:cNvSpPr>
          <p:nvPr>
            <p:ph type="pic" idx="4"/>
          </p:nvPr>
        </p:nvSpPr>
        <p:spPr>
          <a:xfrm>
            <a:off x="6269441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0" name="Google Shape;740;p318"/>
          <p:cNvSpPr>
            <a:spLocks noGrp="1"/>
          </p:cNvSpPr>
          <p:nvPr>
            <p:ph type="pic" idx="5"/>
          </p:nvPr>
        </p:nvSpPr>
        <p:spPr>
          <a:xfrm>
            <a:off x="9013761" y="197774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1" name="Google Shape;741;p318"/>
          <p:cNvSpPr>
            <a:spLocks noGrp="1"/>
          </p:cNvSpPr>
          <p:nvPr>
            <p:ph type="pic" idx="6"/>
          </p:nvPr>
        </p:nvSpPr>
        <p:spPr>
          <a:xfrm>
            <a:off x="780799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2" name="Google Shape;742;p318"/>
          <p:cNvSpPr>
            <a:spLocks noGrp="1"/>
          </p:cNvSpPr>
          <p:nvPr>
            <p:ph type="pic" idx="7"/>
          </p:nvPr>
        </p:nvSpPr>
        <p:spPr>
          <a:xfrm>
            <a:off x="3525120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3" name="Google Shape;743;p318"/>
          <p:cNvSpPr>
            <a:spLocks noGrp="1"/>
          </p:cNvSpPr>
          <p:nvPr>
            <p:ph type="pic" idx="8"/>
          </p:nvPr>
        </p:nvSpPr>
        <p:spPr>
          <a:xfrm>
            <a:off x="6269441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4" name="Google Shape;744;p318"/>
          <p:cNvSpPr>
            <a:spLocks noGrp="1"/>
          </p:cNvSpPr>
          <p:nvPr>
            <p:ph type="pic" idx="9"/>
          </p:nvPr>
        </p:nvSpPr>
        <p:spPr>
          <a:xfrm>
            <a:off x="9013761" y="3236659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5" name="Google Shape;745;p318"/>
          <p:cNvSpPr>
            <a:spLocks noGrp="1"/>
          </p:cNvSpPr>
          <p:nvPr>
            <p:ph type="pic" idx="13"/>
          </p:nvPr>
        </p:nvSpPr>
        <p:spPr>
          <a:xfrm>
            <a:off x="780799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6" name="Google Shape;746;p318"/>
          <p:cNvSpPr>
            <a:spLocks noGrp="1"/>
          </p:cNvSpPr>
          <p:nvPr>
            <p:ph type="pic" idx="14"/>
          </p:nvPr>
        </p:nvSpPr>
        <p:spPr>
          <a:xfrm>
            <a:off x="3525120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7" name="Google Shape;747;p318"/>
          <p:cNvSpPr>
            <a:spLocks noGrp="1"/>
          </p:cNvSpPr>
          <p:nvPr>
            <p:ph type="pic" idx="15"/>
          </p:nvPr>
        </p:nvSpPr>
        <p:spPr>
          <a:xfrm>
            <a:off x="6269441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8" name="Google Shape;748;p318"/>
          <p:cNvSpPr>
            <a:spLocks noGrp="1"/>
          </p:cNvSpPr>
          <p:nvPr>
            <p:ph type="pic" idx="16"/>
          </p:nvPr>
        </p:nvSpPr>
        <p:spPr>
          <a:xfrm>
            <a:off x="9013761" y="4495568"/>
            <a:ext cx="2397440" cy="89251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6466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slide">
  <p:cSld name="12_slide"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19"/>
          <p:cNvSpPr>
            <a:spLocks noGrp="1"/>
          </p:cNvSpPr>
          <p:nvPr>
            <p:ph type="pic" idx="2"/>
          </p:nvPr>
        </p:nvSpPr>
        <p:spPr>
          <a:xfrm>
            <a:off x="747589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51" name="Google Shape;751;p319"/>
          <p:cNvSpPr>
            <a:spLocks noGrp="1"/>
          </p:cNvSpPr>
          <p:nvPr>
            <p:ph type="pic" idx="3"/>
          </p:nvPr>
        </p:nvSpPr>
        <p:spPr>
          <a:xfrm>
            <a:off x="4330279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897682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slide">
  <p:cSld name="13_slide"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20"/>
          <p:cNvSpPr>
            <a:spLocks noGrp="1"/>
          </p:cNvSpPr>
          <p:nvPr>
            <p:ph type="pic" idx="2"/>
          </p:nvPr>
        </p:nvSpPr>
        <p:spPr>
          <a:xfrm>
            <a:off x="7548023" y="-11151"/>
            <a:ext cx="4643977" cy="68691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7756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slide">
  <p:cSld name="14_slide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21"/>
          <p:cNvSpPr>
            <a:spLocks noGrp="1"/>
          </p:cNvSpPr>
          <p:nvPr>
            <p:ph type="pic" idx="2"/>
          </p:nvPr>
        </p:nvSpPr>
        <p:spPr>
          <a:xfrm>
            <a:off x="4407323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56" name="Google Shape;756;p321"/>
          <p:cNvSpPr>
            <a:spLocks noGrp="1"/>
          </p:cNvSpPr>
          <p:nvPr>
            <p:ph type="pic" idx="3"/>
          </p:nvPr>
        </p:nvSpPr>
        <p:spPr>
          <a:xfrm>
            <a:off x="7990013" y="1735566"/>
            <a:ext cx="3454687" cy="39991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8244988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slide">
  <p:cSld name="15_slide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22"/>
          <p:cNvSpPr>
            <a:spLocks noGrp="1"/>
          </p:cNvSpPr>
          <p:nvPr>
            <p:ph type="pic" idx="2"/>
          </p:nvPr>
        </p:nvSpPr>
        <p:spPr>
          <a:xfrm>
            <a:off x="4379579" y="-11152"/>
            <a:ext cx="7812421" cy="68691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793697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">
  <p:cSld name="16_slide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23"/>
          <p:cNvSpPr>
            <a:spLocks noGrp="1"/>
          </p:cNvSpPr>
          <p:nvPr>
            <p:ph type="pic" idx="2"/>
          </p:nvPr>
        </p:nvSpPr>
        <p:spPr>
          <a:xfrm>
            <a:off x="-2511399" y="1712857"/>
            <a:ext cx="5022797" cy="289179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1" name="Google Shape;761;p323"/>
          <p:cNvSpPr>
            <a:spLocks noGrp="1"/>
          </p:cNvSpPr>
          <p:nvPr>
            <p:ph type="pic" idx="3"/>
          </p:nvPr>
        </p:nvSpPr>
        <p:spPr>
          <a:xfrm>
            <a:off x="3584600" y="1712857"/>
            <a:ext cx="5022797" cy="289179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2" name="Google Shape;762;p323"/>
          <p:cNvSpPr>
            <a:spLocks noGrp="1"/>
          </p:cNvSpPr>
          <p:nvPr>
            <p:ph type="pic" idx="4"/>
          </p:nvPr>
        </p:nvSpPr>
        <p:spPr>
          <a:xfrm>
            <a:off x="9680602" y="1712857"/>
            <a:ext cx="5022797" cy="289179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28349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slide">
  <p:cSld name="17_slide"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4"/>
          <p:cNvSpPr>
            <a:spLocks noGrp="1"/>
          </p:cNvSpPr>
          <p:nvPr>
            <p:ph type="pic" idx="2"/>
          </p:nvPr>
        </p:nvSpPr>
        <p:spPr>
          <a:xfrm>
            <a:off x="4657688" y="0"/>
            <a:ext cx="6142693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6302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slide">
  <p:cSld name="18_slide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25"/>
          <p:cNvSpPr>
            <a:spLocks noGrp="1"/>
          </p:cNvSpPr>
          <p:nvPr>
            <p:ph type="pic" idx="2"/>
          </p:nvPr>
        </p:nvSpPr>
        <p:spPr>
          <a:xfrm>
            <a:off x="745783" y="1641727"/>
            <a:ext cx="5435475" cy="40399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29022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slide">
  <p:cSld name="19_slide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26"/>
          <p:cNvSpPr>
            <a:spLocks noGrp="1"/>
          </p:cNvSpPr>
          <p:nvPr>
            <p:ph type="pic" idx="2"/>
          </p:nvPr>
        </p:nvSpPr>
        <p:spPr>
          <a:xfrm>
            <a:off x="0" y="0"/>
            <a:ext cx="7818066" cy="68694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0030142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slide">
  <p:cSld name="20_slide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27"/>
          <p:cNvSpPr>
            <a:spLocks noGrp="1"/>
          </p:cNvSpPr>
          <p:nvPr>
            <p:ph type="pic" idx="2"/>
          </p:nvPr>
        </p:nvSpPr>
        <p:spPr>
          <a:xfrm>
            <a:off x="6010742" y="1641727"/>
            <a:ext cx="5435475" cy="40399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3812768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slide">
  <p:cSld name="21_slide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28"/>
          <p:cNvSpPr>
            <a:spLocks noGrp="1"/>
          </p:cNvSpPr>
          <p:nvPr>
            <p:ph type="pic" idx="2"/>
          </p:nvPr>
        </p:nvSpPr>
        <p:spPr>
          <a:xfrm>
            <a:off x="3316218" y="0"/>
            <a:ext cx="6142693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73" name="Google Shape;773;p328"/>
          <p:cNvSpPr>
            <a:spLocks noGrp="1"/>
          </p:cNvSpPr>
          <p:nvPr>
            <p:ph type="pic" idx="3"/>
          </p:nvPr>
        </p:nvSpPr>
        <p:spPr>
          <a:xfrm>
            <a:off x="7541024" y="0"/>
            <a:ext cx="46591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54959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slide">
  <p:cSld name="22_slide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29"/>
          <p:cNvSpPr>
            <a:spLocks noGrp="1"/>
          </p:cNvSpPr>
          <p:nvPr>
            <p:ph type="pic" idx="2"/>
          </p:nvPr>
        </p:nvSpPr>
        <p:spPr>
          <a:xfrm>
            <a:off x="2671026" y="-1"/>
            <a:ext cx="3970043" cy="44348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76" name="Google Shape;776;p329"/>
          <p:cNvSpPr>
            <a:spLocks noGrp="1"/>
          </p:cNvSpPr>
          <p:nvPr>
            <p:ph type="pic" idx="3"/>
          </p:nvPr>
        </p:nvSpPr>
        <p:spPr>
          <a:xfrm>
            <a:off x="5460923" y="-1"/>
            <a:ext cx="3970043" cy="44348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77" name="Google Shape;777;p329"/>
          <p:cNvSpPr>
            <a:spLocks noGrp="1"/>
          </p:cNvSpPr>
          <p:nvPr>
            <p:ph type="pic" idx="4"/>
          </p:nvPr>
        </p:nvSpPr>
        <p:spPr>
          <a:xfrm>
            <a:off x="8221115" y="-1"/>
            <a:ext cx="3970043" cy="443483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595661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slide">
  <p:cSld name="23_slide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30"/>
          <p:cNvSpPr>
            <a:spLocks noGrp="1"/>
          </p:cNvSpPr>
          <p:nvPr>
            <p:ph type="pic" idx="2"/>
          </p:nvPr>
        </p:nvSpPr>
        <p:spPr>
          <a:xfrm>
            <a:off x="7485063" y="627903"/>
            <a:ext cx="2218958" cy="221838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0" name="Google Shape;780;p330"/>
          <p:cNvSpPr>
            <a:spLocks noGrp="1"/>
          </p:cNvSpPr>
          <p:nvPr>
            <p:ph type="pic" idx="3"/>
          </p:nvPr>
        </p:nvSpPr>
        <p:spPr>
          <a:xfrm>
            <a:off x="8487915" y="2988577"/>
            <a:ext cx="2923285" cy="29225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1" name="Google Shape;781;p330"/>
          <p:cNvSpPr>
            <a:spLocks noGrp="1"/>
          </p:cNvSpPr>
          <p:nvPr>
            <p:ph type="pic" idx="4"/>
          </p:nvPr>
        </p:nvSpPr>
        <p:spPr>
          <a:xfrm>
            <a:off x="6636696" y="2988577"/>
            <a:ext cx="1697038" cy="169659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94716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slide">
  <p:cSld name="24_slide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31"/>
          <p:cNvSpPr>
            <a:spLocks noGrp="1"/>
          </p:cNvSpPr>
          <p:nvPr>
            <p:ph type="pic" idx="2"/>
          </p:nvPr>
        </p:nvSpPr>
        <p:spPr>
          <a:xfrm>
            <a:off x="1765158" y="1616567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4" name="Google Shape;784;p331"/>
          <p:cNvSpPr>
            <a:spLocks noGrp="1"/>
          </p:cNvSpPr>
          <p:nvPr>
            <p:ph type="pic" idx="3"/>
          </p:nvPr>
        </p:nvSpPr>
        <p:spPr>
          <a:xfrm>
            <a:off x="5439218" y="1616567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85" name="Google Shape;785;p331"/>
          <p:cNvSpPr>
            <a:spLocks noGrp="1"/>
          </p:cNvSpPr>
          <p:nvPr>
            <p:ph type="pic" idx="4"/>
          </p:nvPr>
        </p:nvSpPr>
        <p:spPr>
          <a:xfrm>
            <a:off x="9235754" y="1616567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491635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slide">
  <p:cSld name="25_slide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32"/>
          <p:cNvSpPr>
            <a:spLocks noGrp="1"/>
          </p:cNvSpPr>
          <p:nvPr>
            <p:ph type="pic" idx="2"/>
          </p:nvPr>
        </p:nvSpPr>
        <p:spPr>
          <a:xfrm>
            <a:off x="4833251" y="2099608"/>
            <a:ext cx="2528229" cy="337981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762237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slide">
  <p:cSld name="26_slide"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33"/>
          <p:cNvSpPr>
            <a:spLocks noGrp="1"/>
          </p:cNvSpPr>
          <p:nvPr>
            <p:ph type="pic" idx="2"/>
          </p:nvPr>
        </p:nvSpPr>
        <p:spPr>
          <a:xfrm>
            <a:off x="1449316" y="2114606"/>
            <a:ext cx="3626150" cy="22663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90" name="Google Shape;790;p333"/>
          <p:cNvSpPr>
            <a:spLocks noGrp="1"/>
          </p:cNvSpPr>
          <p:nvPr>
            <p:ph type="pic" idx="3"/>
          </p:nvPr>
        </p:nvSpPr>
        <p:spPr>
          <a:xfrm>
            <a:off x="7173347" y="2114606"/>
            <a:ext cx="3626150" cy="22663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91" name="Google Shape;791;p333"/>
          <p:cNvSpPr>
            <a:spLocks noGrp="1"/>
          </p:cNvSpPr>
          <p:nvPr>
            <p:ph type="pic" idx="4"/>
          </p:nvPr>
        </p:nvSpPr>
        <p:spPr>
          <a:xfrm>
            <a:off x="3825346" y="1769693"/>
            <a:ext cx="4586924" cy="28668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2106198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">
  <p:cSld name="27_slide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4"/>
          <p:cNvSpPr>
            <a:spLocks noGrp="1"/>
          </p:cNvSpPr>
          <p:nvPr>
            <p:ph type="pic" idx="2"/>
          </p:nvPr>
        </p:nvSpPr>
        <p:spPr>
          <a:xfrm>
            <a:off x="1471886" y="1651649"/>
            <a:ext cx="1945814" cy="41115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124503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slide">
  <p:cSld name="28_slide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35"/>
          <p:cNvSpPr>
            <a:spLocks noGrp="1"/>
          </p:cNvSpPr>
          <p:nvPr>
            <p:ph type="pic" idx="2"/>
          </p:nvPr>
        </p:nvSpPr>
        <p:spPr>
          <a:xfrm>
            <a:off x="-199169" y="2432304"/>
            <a:ext cx="12590339" cy="459986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4600577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Contents Layout">
  <p:cSld name="Images and Contents Layout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36"/>
          <p:cNvSpPr>
            <a:spLocks noGrp="1"/>
          </p:cNvSpPr>
          <p:nvPr>
            <p:ph type="pic" idx="2"/>
          </p:nvPr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5713754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4F6481"/>
        </a:solidFill>
        <a:effectLst/>
      </p:bgPr>
    </p:bg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37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182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5D6AE"/>
              </a:buClr>
              <a:buSzPts val="5600"/>
              <a:buFont typeface="Arial"/>
              <a:buNone/>
              <a:defRPr sz="5600" b="1">
                <a:solidFill>
                  <a:srgbClr val="65D6A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337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33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337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3" name="Google Shape;803;p33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344245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38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33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7" name="Google Shape;807;p33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338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33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03296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0454C67-A664-1948-8DAD-7F16204D5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858000" y="0"/>
            <a:ext cx="535052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454C67-A664-1948-8DAD-7F16204D5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Shape">
            <a:extLst>
              <a:ext uri="{FF2B5EF4-FFF2-40B4-BE49-F238E27FC236}">
                <a16:creationId xmlns:a16="http://schemas.microsoft.com/office/drawing/2014/main" id="{32E23C93-3A60-C646-A082-DEDFAB944BF4}"/>
              </a:ext>
            </a:extLst>
          </p:cNvPr>
          <p:cNvSpPr/>
          <p:nvPr userDrawn="1"/>
        </p:nvSpPr>
        <p:spPr>
          <a:xfrm>
            <a:off x="4098279" y="0"/>
            <a:ext cx="8110241" cy="5410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2" h="21375" extrusionOk="0">
                <a:moveTo>
                  <a:pt x="21202" y="20812"/>
                </a:moveTo>
                <a:cubicBezTo>
                  <a:pt x="20243" y="21600"/>
                  <a:pt x="18978" y="21485"/>
                  <a:pt x="17928" y="20933"/>
                </a:cubicBezTo>
                <a:cubicBezTo>
                  <a:pt x="16876" y="20376"/>
                  <a:pt x="15976" y="19437"/>
                  <a:pt x="15043" y="18595"/>
                </a:cubicBezTo>
                <a:cubicBezTo>
                  <a:pt x="14110" y="17747"/>
                  <a:pt x="13098" y="16964"/>
                  <a:pt x="11969" y="16798"/>
                </a:cubicBezTo>
                <a:cubicBezTo>
                  <a:pt x="10369" y="16563"/>
                  <a:pt x="8842" y="17591"/>
                  <a:pt x="7381" y="18479"/>
                </a:cubicBezTo>
                <a:cubicBezTo>
                  <a:pt x="5920" y="19367"/>
                  <a:pt x="4250" y="20150"/>
                  <a:pt x="2736" y="19427"/>
                </a:cubicBezTo>
                <a:cubicBezTo>
                  <a:pt x="2122" y="19131"/>
                  <a:pt x="1584" y="18605"/>
                  <a:pt x="1149" y="17967"/>
                </a:cubicBezTo>
                <a:cubicBezTo>
                  <a:pt x="-63" y="16181"/>
                  <a:pt x="-398" y="13371"/>
                  <a:pt x="542" y="11324"/>
                </a:cubicBezTo>
                <a:cubicBezTo>
                  <a:pt x="1979" y="8188"/>
                  <a:pt x="5565" y="7797"/>
                  <a:pt x="7142" y="4777"/>
                </a:cubicBezTo>
                <a:cubicBezTo>
                  <a:pt x="7942" y="3246"/>
                  <a:pt x="8144" y="1169"/>
                  <a:pt x="9243" y="0"/>
                </a:cubicBezTo>
                <a:lnTo>
                  <a:pt x="21202" y="0"/>
                </a:lnTo>
                <a:lnTo>
                  <a:pt x="21202" y="20812"/>
                </a:lnTo>
                <a:close/>
              </a:path>
            </a:pathLst>
          </a:custGeom>
          <a:solidFill>
            <a:srgbClr val="9FA3B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18ACD3F-5DD7-3A4F-BD41-4463DAD560FC}"/>
              </a:ext>
            </a:extLst>
          </p:cNvPr>
          <p:cNvSpPr/>
          <p:nvPr userDrawn="1"/>
        </p:nvSpPr>
        <p:spPr>
          <a:xfrm>
            <a:off x="4422176" y="0"/>
            <a:ext cx="7786344" cy="5291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02" h="21373" extrusionOk="0">
                <a:moveTo>
                  <a:pt x="21202" y="20810"/>
                </a:moveTo>
                <a:cubicBezTo>
                  <a:pt x="20241" y="21600"/>
                  <a:pt x="18978" y="21482"/>
                  <a:pt x="17927" y="20928"/>
                </a:cubicBezTo>
                <a:cubicBezTo>
                  <a:pt x="16876" y="20374"/>
                  <a:pt x="15973" y="19435"/>
                  <a:pt x="15043" y="18589"/>
                </a:cubicBezTo>
                <a:cubicBezTo>
                  <a:pt x="14113" y="17743"/>
                  <a:pt x="13096" y="16958"/>
                  <a:pt x="11969" y="16794"/>
                </a:cubicBezTo>
                <a:cubicBezTo>
                  <a:pt x="10367" y="16558"/>
                  <a:pt x="8842" y="17589"/>
                  <a:pt x="7380" y="18476"/>
                </a:cubicBezTo>
                <a:cubicBezTo>
                  <a:pt x="5920" y="19364"/>
                  <a:pt x="4246" y="20143"/>
                  <a:pt x="2735" y="19425"/>
                </a:cubicBezTo>
                <a:cubicBezTo>
                  <a:pt x="2120" y="19133"/>
                  <a:pt x="1580" y="18604"/>
                  <a:pt x="1148" y="17963"/>
                </a:cubicBezTo>
                <a:cubicBezTo>
                  <a:pt x="-63" y="16178"/>
                  <a:pt x="-398" y="13367"/>
                  <a:pt x="539" y="11321"/>
                </a:cubicBezTo>
                <a:cubicBezTo>
                  <a:pt x="1978" y="8181"/>
                  <a:pt x="5564" y="7797"/>
                  <a:pt x="7141" y="4775"/>
                </a:cubicBezTo>
                <a:cubicBezTo>
                  <a:pt x="7940" y="3247"/>
                  <a:pt x="8144" y="1164"/>
                  <a:pt x="9240" y="0"/>
                </a:cubicBezTo>
                <a:lnTo>
                  <a:pt x="21202" y="0"/>
                </a:lnTo>
                <a:lnTo>
                  <a:pt x="21202" y="20810"/>
                </a:lnTo>
                <a:close/>
              </a:path>
            </a:pathLst>
          </a:custGeom>
          <a:solidFill>
            <a:srgbClr val="002E4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799BF22E-409A-064A-87E7-D6563A9ACD94}"/>
              </a:ext>
            </a:extLst>
          </p:cNvPr>
          <p:cNvSpPr/>
          <p:nvPr userDrawn="1"/>
        </p:nvSpPr>
        <p:spPr>
          <a:xfrm>
            <a:off x="5933476" y="850901"/>
            <a:ext cx="5117539" cy="58058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4" h="21373" extrusionOk="0">
                <a:moveTo>
                  <a:pt x="20732" y="1768"/>
                </a:moveTo>
                <a:cubicBezTo>
                  <a:pt x="20320" y="1038"/>
                  <a:pt x="19454" y="515"/>
                  <a:pt x="18489" y="253"/>
                </a:cubicBezTo>
                <a:cubicBezTo>
                  <a:pt x="17525" y="-9"/>
                  <a:pt x="16466" y="-37"/>
                  <a:pt x="15428" y="33"/>
                </a:cubicBezTo>
                <a:cubicBezTo>
                  <a:pt x="9681" y="417"/>
                  <a:pt x="4367" y="3829"/>
                  <a:pt x="1734" y="7794"/>
                </a:cubicBezTo>
                <a:cubicBezTo>
                  <a:pt x="237" y="10052"/>
                  <a:pt x="-399" y="12671"/>
                  <a:pt x="258" y="15092"/>
                </a:cubicBezTo>
                <a:cubicBezTo>
                  <a:pt x="915" y="17514"/>
                  <a:pt x="2933" y="19698"/>
                  <a:pt x="5801" y="20712"/>
                </a:cubicBezTo>
                <a:cubicBezTo>
                  <a:pt x="8122" y="21535"/>
                  <a:pt x="10881" y="21563"/>
                  <a:pt x="13379" y="20946"/>
                </a:cubicBezTo>
                <a:cubicBezTo>
                  <a:pt x="16017" y="20291"/>
                  <a:pt x="18541" y="18762"/>
                  <a:pt x="19204" y="16668"/>
                </a:cubicBezTo>
                <a:cubicBezTo>
                  <a:pt x="19840" y="14658"/>
                  <a:pt x="18672" y="12647"/>
                  <a:pt x="18494" y="10604"/>
                </a:cubicBezTo>
                <a:cubicBezTo>
                  <a:pt x="18390" y="9421"/>
                  <a:pt x="18625" y="8210"/>
                  <a:pt x="19172" y="7084"/>
                </a:cubicBezTo>
                <a:cubicBezTo>
                  <a:pt x="19600" y="6205"/>
                  <a:pt x="20221" y="5377"/>
                  <a:pt x="20622" y="4493"/>
                </a:cubicBezTo>
                <a:cubicBezTo>
                  <a:pt x="21029" y="3605"/>
                  <a:pt x="21201" y="2609"/>
                  <a:pt x="20732" y="1768"/>
                </a:cubicBezTo>
                <a:close/>
              </a:path>
            </a:pathLst>
          </a:custGeom>
          <a:solidFill>
            <a:srgbClr val="002E4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20736F0F-9F62-5044-A7E9-893FE07E324F}"/>
              </a:ext>
            </a:extLst>
          </p:cNvPr>
          <p:cNvSpPr/>
          <p:nvPr userDrawn="1"/>
        </p:nvSpPr>
        <p:spPr>
          <a:xfrm>
            <a:off x="5857276" y="1016000"/>
            <a:ext cx="5314124" cy="55285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7" h="21187" extrusionOk="0">
                <a:moveTo>
                  <a:pt x="21013" y="2321"/>
                </a:moveTo>
                <a:cubicBezTo>
                  <a:pt x="20720" y="1538"/>
                  <a:pt x="19967" y="920"/>
                  <a:pt x="19092" y="550"/>
                </a:cubicBezTo>
                <a:cubicBezTo>
                  <a:pt x="18217" y="185"/>
                  <a:pt x="17221" y="48"/>
                  <a:pt x="16240" y="10"/>
                </a:cubicBezTo>
                <a:cubicBezTo>
                  <a:pt x="10785" y="-190"/>
                  <a:pt x="5349" y="2735"/>
                  <a:pt x="2371" y="6492"/>
                </a:cubicBezTo>
                <a:cubicBezTo>
                  <a:pt x="677" y="8629"/>
                  <a:pt x="-253" y="11228"/>
                  <a:pt x="60" y="13754"/>
                </a:cubicBezTo>
                <a:cubicBezTo>
                  <a:pt x="374" y="16280"/>
                  <a:pt x="2002" y="18704"/>
                  <a:pt x="4576" y="20028"/>
                </a:cubicBezTo>
                <a:cubicBezTo>
                  <a:pt x="6659" y="21099"/>
                  <a:pt x="9248" y="21410"/>
                  <a:pt x="11680" y="21035"/>
                </a:cubicBezTo>
                <a:cubicBezTo>
                  <a:pt x="14248" y="20641"/>
                  <a:pt x="16817" y="19346"/>
                  <a:pt x="17701" y="17283"/>
                </a:cubicBezTo>
                <a:cubicBezTo>
                  <a:pt x="18551" y="15307"/>
                  <a:pt x="17707" y="13146"/>
                  <a:pt x="17793" y="11053"/>
                </a:cubicBezTo>
                <a:cubicBezTo>
                  <a:pt x="17843" y="9841"/>
                  <a:pt x="18212" y="8639"/>
                  <a:pt x="18875" y="7549"/>
                </a:cubicBezTo>
                <a:cubicBezTo>
                  <a:pt x="19390" y="6697"/>
                  <a:pt x="20073" y="5923"/>
                  <a:pt x="20568" y="5066"/>
                </a:cubicBezTo>
                <a:cubicBezTo>
                  <a:pt x="21059" y="4215"/>
                  <a:pt x="21347" y="3217"/>
                  <a:pt x="21013" y="2321"/>
                </a:cubicBezTo>
                <a:close/>
              </a:path>
            </a:pathLst>
          </a:custGeom>
          <a:solidFill>
            <a:srgbClr val="EBEAF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8834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40"/>
          <p:cNvSpPr txBox="1"/>
          <p:nvPr/>
        </p:nvSpPr>
        <p:spPr>
          <a:xfrm>
            <a:off x="4320462" y="6408739"/>
            <a:ext cx="3431899" cy="304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and Confidential</a:t>
            </a:r>
            <a:endParaRPr/>
          </a:p>
        </p:txBody>
      </p:sp>
      <p:sp>
        <p:nvSpPr>
          <p:cNvPr id="816" name="Google Shape;816;p340"/>
          <p:cNvSpPr txBox="1"/>
          <p:nvPr/>
        </p:nvSpPr>
        <p:spPr>
          <a:xfrm>
            <a:off x="10849294" y="6408739"/>
            <a:ext cx="1067078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40"/>
          <p:cNvSpPr/>
          <p:nvPr/>
        </p:nvSpPr>
        <p:spPr>
          <a:xfrm flipH="1">
            <a:off x="1588" y="627903"/>
            <a:ext cx="560419" cy="270354"/>
          </a:xfrm>
          <a:custGeom>
            <a:avLst/>
            <a:gdLst/>
            <a:ahLst/>
            <a:cxnLst/>
            <a:rect l="l" t="t" r="r" b="b"/>
            <a:pathLst>
              <a:path w="16161399" h="3987559" extrusionOk="0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rgbClr val="19A7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40"/>
          <p:cNvSpPr txBox="1">
            <a:spLocks noGrp="1"/>
          </p:cNvSpPr>
          <p:nvPr>
            <p:ph type="title"/>
          </p:nvPr>
        </p:nvSpPr>
        <p:spPr>
          <a:xfrm>
            <a:off x="655321" y="495335"/>
            <a:ext cx="10515600" cy="64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800"/>
              <a:buFont typeface="Arial"/>
              <a:buNone/>
              <a:defRPr sz="2800" b="0" i="0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806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36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ags" Target="../tags/tag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3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 userDrawn="1"/>
        </p:nvSpPr>
        <p:spPr>
          <a:xfrm>
            <a:off x="11829114" y="305271"/>
            <a:ext cx="304726" cy="40009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1000" b="1" i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  <a:endParaRPr lang="id-ID" sz="1000" b="1" i="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58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4053" r:id="rId33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5914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/>
        </p:nvSpPr>
        <p:spPr>
          <a:xfrm>
            <a:off x="11829114" y="305271"/>
            <a:ext cx="304726" cy="400067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fld id="{260E2A6B-A809-4840-BF14-8648BC0BDF87}" type="slidenum">
              <a:rPr lang="id-ID" sz="1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1000" b="1" i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3F4ACC8-C0E2-485E-A2B6-BCAA8B6E70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89215902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1" imgH="423" progId="TCLayout.ActiveDocument.1">
                  <p:embed/>
                </p:oleObj>
              </mc:Choice>
              <mc:Fallback>
                <p:oleObj name="think-cell Slide" r:id="rId7" imgW="421" imgH="42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3F4ACC8-C0E2-485E-A2B6-BCAA8B6E70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DF36AA-73DA-41F8-A505-6097A27A78E1}"/>
              </a:ext>
            </a:extLst>
          </p:cNvPr>
          <p:cNvSpPr txBox="1"/>
          <p:nvPr userDrawn="1"/>
        </p:nvSpPr>
        <p:spPr>
          <a:xfrm>
            <a:off x="11829114" y="305271"/>
            <a:ext cx="304726" cy="40009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1000" b="1" i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460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</p:sldLayoutIdLst>
  <p:hf hdr="0" ftr="0" dt="0"/>
  <p:txStyles>
    <p:titleStyle>
      <a:lvl1pPr algn="l" defTabSz="913944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394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2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4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indent="0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44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8" indent="-228486" algn="l" defTabSz="91394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2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4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8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9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2" algn="l" defTabSz="9139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49C67-C13B-47E7-8EA5-87465941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1D17C-ECCC-4C01-BE33-F4B12AAEA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1CE3E-03FB-4699-87C5-9DB8046C0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4B315-E7AE-4D92-AA27-ED85AD1E5F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AADB6-28C8-4277-BD0E-59F72568C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9DC90-1413-4A00-8CFF-2D1008FC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799CE-2E71-4432-974E-265C6399E0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70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60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99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0" name="Google Shape;670;p160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1" name="Google Shape;671;p16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2" name="Google Shape;672;p160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3" name="Google Shape;673;p16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" name="Google Shape;674;p160"/>
          <p:cNvSpPr txBox="1"/>
          <p:nvPr/>
        </p:nvSpPr>
        <p:spPr>
          <a:xfrm>
            <a:off x="11829114" y="305271"/>
            <a:ext cx="304726" cy="40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r>
              <a:rPr lang="en-US" sz="1000" b="1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54181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usiness Brainstorming Graph Chart Report Data Concept">
            <a:extLst>
              <a:ext uri="{FF2B5EF4-FFF2-40B4-BE49-F238E27FC236}">
                <a16:creationId xmlns:a16="http://schemas.microsoft.com/office/drawing/2014/main" id="{D92874AB-8A55-4F82-BB41-B07EAF9A8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1"/>
            <a:ext cx="12192001" cy="686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086DB6-249C-4AEB-B23B-4C41A2B00046}"/>
              </a:ext>
            </a:extLst>
          </p:cNvPr>
          <p:cNvSpPr/>
          <p:nvPr/>
        </p:nvSpPr>
        <p:spPr>
          <a:xfrm>
            <a:off x="-2" y="-20576"/>
            <a:ext cx="12191998" cy="6866214"/>
          </a:xfrm>
          <a:prstGeom prst="rect">
            <a:avLst/>
          </a:prstGeom>
          <a:gradFill flip="none" rotWithShape="1">
            <a:gsLst>
              <a:gs pos="30000">
                <a:schemeClr val="bg2">
                  <a:lumMod val="25000"/>
                  <a:alpha val="87000"/>
                </a:schemeClr>
              </a:gs>
              <a:gs pos="7000">
                <a:schemeClr val="accent5">
                  <a:lumMod val="50000"/>
                  <a:alpha val="71000"/>
                </a:schemeClr>
              </a:gs>
              <a:gs pos="74000">
                <a:schemeClr val="tx2">
                  <a:lumMod val="50000"/>
                  <a:alpha val="76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3EA63F-5F9A-4496-340B-44DBF7C1053B}"/>
              </a:ext>
            </a:extLst>
          </p:cNvPr>
          <p:cNvSpPr txBox="1"/>
          <p:nvPr/>
        </p:nvSpPr>
        <p:spPr>
          <a:xfrm>
            <a:off x="768341" y="4890920"/>
            <a:ext cx="1179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9"/>
              </a:spcBef>
              <a:spcAft>
                <a:spcPts val="19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Azure </a:t>
            </a:r>
            <a:r>
              <a:rPr kumimoji="0" lang="en-US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Devops</a:t>
            </a: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| For CSC Global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E82531-20EC-4429-A31B-BE6C5B165AB4}"/>
              </a:ext>
            </a:extLst>
          </p:cNvPr>
          <p:cNvSpPr txBox="1"/>
          <p:nvPr/>
        </p:nvSpPr>
        <p:spPr>
          <a:xfrm>
            <a:off x="768341" y="4037152"/>
            <a:ext cx="7235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PROPOSAL</a:t>
            </a:r>
            <a:endParaRPr kumimoji="0" lang="en-US" sz="40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ound Same-side Corner of Rectangle 8">
            <a:extLst>
              <a:ext uri="{FF2B5EF4-FFF2-40B4-BE49-F238E27FC236}">
                <a16:creationId xmlns:a16="http://schemas.microsoft.com/office/drawing/2014/main" id="{E6D0373D-36FD-46ED-BDE5-FF66457136E2}"/>
              </a:ext>
            </a:extLst>
          </p:cNvPr>
          <p:cNvSpPr/>
          <p:nvPr/>
        </p:nvSpPr>
        <p:spPr>
          <a:xfrm flipV="1">
            <a:off x="11040533" y="-20576"/>
            <a:ext cx="462844" cy="8692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Google Shape;830;p1">
            <a:extLst>
              <a:ext uri="{FF2B5EF4-FFF2-40B4-BE49-F238E27FC236}">
                <a16:creationId xmlns:a16="http://schemas.microsoft.com/office/drawing/2014/main" id="{92DD3900-9F67-4D86-8614-44FE54B43EF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8341" y="3226914"/>
            <a:ext cx="2507744" cy="790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21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50" name="Rectangle 1434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42" name="Picture 6" descr="Free photo medium shot woman working on laptop">
            <a:extLst>
              <a:ext uri="{FF2B5EF4-FFF2-40B4-BE49-F238E27FC236}">
                <a16:creationId xmlns:a16="http://schemas.microsoft.com/office/drawing/2014/main" id="{9DC6B03B-77FC-D19C-0B89-83B32248AB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52" name="Rectangle 1435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9E87A-2CAF-CD41-98DC-4526D06794F9}"/>
              </a:ext>
            </a:extLst>
          </p:cNvPr>
          <p:cNvSpPr txBox="1"/>
          <p:nvPr/>
        </p:nvSpPr>
        <p:spPr>
          <a:xfrm>
            <a:off x="513204" y="3430697"/>
            <a:ext cx="7899275" cy="9951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b="1" dirty="0"/>
              <a:t>Azure DevOps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i="1" dirty="0">
                <a:latin typeface="+mj-lt"/>
                <a:ea typeface="+mj-ea"/>
                <a:cs typeface="+mj-cs"/>
              </a:rPr>
              <a:t>Duration</a:t>
            </a:r>
            <a:r>
              <a:rPr lang="en-US" i="1" dirty="0">
                <a:latin typeface="+mj-lt"/>
                <a:ea typeface="+mj-ea"/>
                <a:cs typeface="+mj-cs"/>
              </a:rPr>
              <a:t>: 24 Hours (3 days)</a:t>
            </a:r>
          </a:p>
        </p:txBody>
      </p:sp>
      <p:sp>
        <p:nvSpPr>
          <p:cNvPr id="14354" name="Rectangle 1435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356" name="Rectangle 1435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D153262-0D22-EE4B-8422-E83531E442C3}"/>
              </a:ext>
            </a:extLst>
          </p:cNvPr>
          <p:cNvSpPr/>
          <p:nvPr/>
        </p:nvSpPr>
        <p:spPr>
          <a:xfrm flipH="1">
            <a:off x="-1" y="516581"/>
            <a:ext cx="1394900" cy="255407"/>
          </a:xfrm>
          <a:custGeom>
            <a:avLst/>
            <a:gdLst>
              <a:gd name="connsiteX0" fmla="*/ 0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0 w 14981402"/>
              <a:gd name="connsiteY4" fmla="*/ 0 h 3987559"/>
              <a:gd name="connsiteX0" fmla="*/ 1261242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61242 w 14981402"/>
              <a:gd name="connsiteY4" fmla="*/ 0 h 3987559"/>
              <a:gd name="connsiteX0" fmla="*/ 1229711 w 14981402"/>
              <a:gd name="connsiteY0" fmla="*/ 0 h 3987559"/>
              <a:gd name="connsiteX1" fmla="*/ 14981402 w 14981402"/>
              <a:gd name="connsiteY1" fmla="*/ 0 h 3987559"/>
              <a:gd name="connsiteX2" fmla="*/ 14981402 w 14981402"/>
              <a:gd name="connsiteY2" fmla="*/ 3987559 h 3987559"/>
              <a:gd name="connsiteX3" fmla="*/ 0 w 14981402"/>
              <a:gd name="connsiteY3" fmla="*/ 3987559 h 3987559"/>
              <a:gd name="connsiteX4" fmla="*/ 1229711 w 14981402"/>
              <a:gd name="connsiteY4" fmla="*/ 0 h 3987559"/>
              <a:gd name="connsiteX0" fmla="*/ 2516033 w 16267724"/>
              <a:gd name="connsiteY0" fmla="*/ 0 h 3987559"/>
              <a:gd name="connsiteX1" fmla="*/ 16267724 w 16267724"/>
              <a:gd name="connsiteY1" fmla="*/ 0 h 3987559"/>
              <a:gd name="connsiteX2" fmla="*/ 16267724 w 16267724"/>
              <a:gd name="connsiteY2" fmla="*/ 3987559 h 3987559"/>
              <a:gd name="connsiteX3" fmla="*/ 0 w 16267724"/>
              <a:gd name="connsiteY3" fmla="*/ 3987559 h 3987559"/>
              <a:gd name="connsiteX4" fmla="*/ 2516033 w 16267724"/>
              <a:gd name="connsiteY4" fmla="*/ 0 h 3987559"/>
              <a:gd name="connsiteX0" fmla="*/ -1 w 13751690"/>
              <a:gd name="connsiteY0" fmla="*/ 0 h 3987559"/>
              <a:gd name="connsiteX1" fmla="*/ 13751690 w 13751690"/>
              <a:gd name="connsiteY1" fmla="*/ 0 h 3987559"/>
              <a:gd name="connsiteX2" fmla="*/ 13751690 w 13751690"/>
              <a:gd name="connsiteY2" fmla="*/ 3987559 h 3987559"/>
              <a:gd name="connsiteX3" fmla="*/ 354838 w 13751690"/>
              <a:gd name="connsiteY3" fmla="*/ 3226202 h 3987559"/>
              <a:gd name="connsiteX4" fmla="*/ -1 w 13751690"/>
              <a:gd name="connsiteY4" fmla="*/ 0 h 3987559"/>
              <a:gd name="connsiteX0" fmla="*/ 2409708 w 16161399"/>
              <a:gd name="connsiteY0" fmla="*/ 0 h 3987559"/>
              <a:gd name="connsiteX1" fmla="*/ 16161399 w 16161399"/>
              <a:gd name="connsiteY1" fmla="*/ 0 h 3987559"/>
              <a:gd name="connsiteX2" fmla="*/ 16161399 w 16161399"/>
              <a:gd name="connsiteY2" fmla="*/ 3987559 h 3987559"/>
              <a:gd name="connsiteX3" fmla="*/ 0 w 16161399"/>
              <a:gd name="connsiteY3" fmla="*/ 3960361 h 3987559"/>
              <a:gd name="connsiteX4" fmla="*/ 2409708 w 16161399"/>
              <a:gd name="connsiteY4" fmla="*/ 0 h 398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61399" h="3987559">
                <a:moveTo>
                  <a:pt x="2409708" y="0"/>
                </a:moveTo>
                <a:lnTo>
                  <a:pt x="16161399" y="0"/>
                </a:lnTo>
                <a:lnTo>
                  <a:pt x="16161399" y="3987559"/>
                </a:lnTo>
                <a:lnTo>
                  <a:pt x="0" y="3960361"/>
                </a:lnTo>
                <a:lnTo>
                  <a:pt x="24097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1" name="Google Shape;172;p129">
            <a:extLst>
              <a:ext uri="{FF2B5EF4-FFF2-40B4-BE49-F238E27FC236}">
                <a16:creationId xmlns:a16="http://schemas.microsoft.com/office/drawing/2014/main" id="{AF25544F-DDCD-F940-FF6F-BF1C30202AC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biLevel thresh="25000"/>
          </a:blip>
          <a:srcRect/>
          <a:stretch/>
        </p:blipFill>
        <p:spPr>
          <a:xfrm>
            <a:off x="400979" y="4556064"/>
            <a:ext cx="3736038" cy="1128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5100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577486-1239-4430-B619-1ABAE2A13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887758"/>
              </p:ext>
            </p:extLst>
          </p:nvPr>
        </p:nvGraphicFramePr>
        <p:xfrm>
          <a:off x="493748" y="828784"/>
          <a:ext cx="10979565" cy="584069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92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663">
                  <a:extLst>
                    <a:ext uri="{9D8B030D-6E8A-4147-A177-3AD203B41FA5}">
                      <a16:colId xmlns:a16="http://schemas.microsoft.com/office/drawing/2014/main" val="534143256"/>
                    </a:ext>
                  </a:extLst>
                </a:gridCol>
                <a:gridCol w="5773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14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Day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Module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Content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58">
                <a:tc rowSpan="3"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1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1: Azure DevOps Overview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What is Azure DevOps?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Azure DevOps vs GitHub Actions vs Jenkins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Key Services: Repos, Pipelines, Boards, Artifacts, Test Plans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DevOps lifecycle &amp; best practices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Organization → Project → Repos → Pipelines hierarchy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516657"/>
                  </a:ext>
                </a:extLst>
              </a:tr>
              <a:tr h="292958">
                <a:tc v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2: Source Code Management (Repos)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Creating organizations &amp; projects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Importing repositories (Git / TFVC)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Branching strategies (main/develop/feature)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Pull requests &amp; code reviews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Policies, merge strategies &amp; branch protection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Lab: Create Repo, push code, manage branches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33002"/>
                  </a:ext>
                </a:extLst>
              </a:tr>
              <a:tr h="292958">
                <a:tc v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3: Boards &amp; Work Item Tracking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Agile vs Scrum vs Kanban in Azure Boards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Epics → Features → User Stories → Tasks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Creating custom fields &amp; dashboards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Sprint planning &amp; burndown charts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Lab: Create Boards for sample project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552338"/>
                  </a:ext>
                </a:extLst>
              </a:tr>
              <a:tr h="292958">
                <a:tc rowSpan="2"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2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4: Pipelines Basics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Classic vs YAML pipelines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Build agents (hosted vs self-hosted)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Triggers (branch, path, PR)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Variables &amp; secrets management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Lab: Create YAML build pipeline for .NET / Java app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83617"/>
                  </a:ext>
                </a:extLst>
              </a:tr>
              <a:tr h="292958">
                <a:tc v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5: Build &amp; Test Automation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Tasks and templates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NuGet / NPM / Maven package restore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Unit testing and test results publishing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Code coverage &amp; lint checks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Lab: Run automated build + tests + artifact publish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64203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6194" y="149506"/>
            <a:ext cx="10515600" cy="654051"/>
          </a:xfrm>
        </p:spPr>
        <p:txBody>
          <a:bodyPr/>
          <a:lstStyle/>
          <a:p>
            <a:r>
              <a:rPr lang="en-GB" dirty="0"/>
              <a:t>PROGRAM CURRICULUM</a:t>
            </a:r>
          </a:p>
        </p:txBody>
      </p:sp>
    </p:spTree>
    <p:extLst>
      <p:ext uri="{BB962C8B-B14F-4D97-AF65-F5344CB8AC3E}">
        <p14:creationId xmlns:p14="http://schemas.microsoft.com/office/powerpoint/2010/main" val="320415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577486-1239-4430-B619-1ABAE2A13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615098"/>
              </p:ext>
            </p:extLst>
          </p:nvPr>
        </p:nvGraphicFramePr>
        <p:xfrm>
          <a:off x="493748" y="828784"/>
          <a:ext cx="10979565" cy="456053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92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663">
                  <a:extLst>
                    <a:ext uri="{9D8B030D-6E8A-4147-A177-3AD203B41FA5}">
                      <a16:colId xmlns:a16="http://schemas.microsoft.com/office/drawing/2014/main" val="534143256"/>
                    </a:ext>
                  </a:extLst>
                </a:gridCol>
                <a:gridCol w="5773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14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Day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Module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Content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58"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2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6: Artifacts &amp; Package Feeds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Azure Artifacts overview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Managing NuGet / NPM feeds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Versioning and artifact retention policies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Lab: Publish package to feed and consume in pipeline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102337"/>
                  </a:ext>
                </a:extLst>
              </a:tr>
              <a:tr h="292958">
                <a:tc rowSpan="4"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 3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7: Continuous Deployment (CD)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Multi-stage pipelines (YAML)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Environments &amp; approvals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Deployment strategies (canary, blue-green, rolling)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Lab: Deploy app to Azure App Service / VM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09128"/>
                  </a:ext>
                </a:extLst>
              </a:tr>
              <a:tr h="292958">
                <a:tc v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8: Infrastructure as Code in Azure DevOps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Integrating Terraform / ARM / Bicep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Service connections (Azure RM / Service Principal)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Lab: Provision Azure resources via Terraform pipeline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171125"/>
                  </a:ext>
                </a:extLst>
              </a:tr>
              <a:tr h="292958">
                <a:tc v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9: Security &amp; Monitoring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Secrets &amp; service connections best practices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Integrating SonarCloud / Snyk for code analysis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Build &amp; release auditing / approvals</a:t>
                      </a:r>
                      <a:b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Monitoring pipeline runs &amp; troubleshooting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98613"/>
                  </a:ext>
                </a:extLst>
              </a:tr>
              <a:tr h="292958">
                <a:tc vMerge="1">
                  <a:txBody>
                    <a:bodyPr/>
                    <a:lstStyle/>
                    <a:p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Module 10: Final Capstone Lab + Wrap-Up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Build + Test + Deploy end-to-end pipeline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Add boards, repo, and artifact integration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Reporting &amp; dashboard creation</a:t>
                      </a:r>
                      <a:b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 Q&amp;A / Best Practices / Certification Path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95850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6194" y="149506"/>
            <a:ext cx="10515600" cy="654051"/>
          </a:xfrm>
        </p:spPr>
        <p:txBody>
          <a:bodyPr/>
          <a:lstStyle/>
          <a:p>
            <a:r>
              <a:rPr lang="en-GB" dirty="0"/>
              <a:t>PROGRAM CURRICULUM</a:t>
            </a:r>
          </a:p>
        </p:txBody>
      </p:sp>
    </p:spTree>
    <p:extLst>
      <p:ext uri="{BB962C8B-B14F-4D97-AF65-F5344CB8AC3E}">
        <p14:creationId xmlns:p14="http://schemas.microsoft.com/office/powerpoint/2010/main" val="243639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 txBox="1">
            <a:spLocks/>
          </p:cNvSpPr>
          <p:nvPr/>
        </p:nvSpPr>
        <p:spPr>
          <a:xfrm>
            <a:off x="690563" y="228600"/>
            <a:ext cx="7966521" cy="1169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849149" y="3581400"/>
            <a:ext cx="37587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We build the workforce of the future.</a:t>
            </a:r>
            <a:endParaRPr kumimoji="0" lang="en-US" sz="2400" b="1" i="0" u="none" strike="noStrike" kern="1200" cap="none" spc="5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585830"/>
            <a:ext cx="305313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 Scan Now For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Training solutions page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5341" y="224220"/>
            <a:ext cx="3607593" cy="12697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68" y="2514600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66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Imarticus_Elearning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34855"/>
      </a:accent1>
      <a:accent2>
        <a:srgbClr val="F97700"/>
      </a:accent2>
      <a:accent3>
        <a:srgbClr val="4BC7A0"/>
      </a:accent3>
      <a:accent4>
        <a:srgbClr val="2AC6D1"/>
      </a:accent4>
      <a:accent5>
        <a:srgbClr val="5B9BD5"/>
      </a:accent5>
      <a:accent6>
        <a:srgbClr val="DD5148"/>
      </a:accent6>
      <a:hlink>
        <a:srgbClr val="333A45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16 9 THEME">
  <a:themeElements>
    <a:clrScheme name="Custom 41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BC7A0"/>
      </a:accent1>
      <a:accent2>
        <a:srgbClr val="2AC6D1"/>
      </a:accent2>
      <a:accent3>
        <a:srgbClr val="5B9BD5"/>
      </a:accent3>
      <a:accent4>
        <a:srgbClr val="E34855"/>
      </a:accent4>
      <a:accent5>
        <a:srgbClr val="F97700"/>
      </a:accent5>
      <a:accent6>
        <a:srgbClr val="DD5148"/>
      </a:accent6>
      <a:hlink>
        <a:srgbClr val="333A45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 THEME" id="{1940FB39-233D-4ADA-A60C-1446338C853C}" vid="{C54EF7A4-BC0E-45E8-B978-1B9EC1720998}"/>
    </a:ext>
  </a:extLst>
</a:theme>
</file>

<file path=ppt/theme/theme3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Imarticus_Elearning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34855"/>
      </a:accent1>
      <a:accent2>
        <a:srgbClr val="F97700"/>
      </a:accent2>
      <a:accent3>
        <a:srgbClr val="4BC7A0"/>
      </a:accent3>
      <a:accent4>
        <a:srgbClr val="2AC6D1"/>
      </a:accent4>
      <a:accent5>
        <a:srgbClr val="5B9BD5"/>
      </a:accent5>
      <a:accent6>
        <a:srgbClr val="DD5148"/>
      </a:accent6>
      <a:hlink>
        <a:srgbClr val="333A45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13497</TotalTime>
  <Words>512</Words>
  <Application>Microsoft Office PowerPoint</Application>
  <PresentationFormat>Widescreen</PresentationFormat>
  <Paragraphs>42</Paragraphs>
  <Slides>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Cambria</vt:lpstr>
      <vt:lpstr>Montserrat</vt:lpstr>
      <vt:lpstr>Roboto</vt:lpstr>
      <vt:lpstr>1_Office Theme</vt:lpstr>
      <vt:lpstr>2_16 9 THEME</vt:lpstr>
      <vt:lpstr>Office Theme</vt:lpstr>
      <vt:lpstr>4_Office Theme</vt:lpstr>
      <vt:lpstr>think-cell Slide</vt:lpstr>
      <vt:lpstr>PowerPoint Presentation</vt:lpstr>
      <vt:lpstr>PowerPoint Presentation</vt:lpstr>
      <vt:lpstr>PROGRAM CURRICULUM</vt:lpstr>
      <vt:lpstr>PROGRAM CURRICULUM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Vivek Arora</cp:lastModifiedBy>
  <cp:revision>2063</cp:revision>
  <cp:lastPrinted>2020-10-05T05:14:58Z</cp:lastPrinted>
  <dcterms:created xsi:type="dcterms:W3CDTF">2020-10-05T04:35:02Z</dcterms:created>
  <dcterms:modified xsi:type="dcterms:W3CDTF">2025-11-20T09:09:09Z</dcterms:modified>
</cp:coreProperties>
</file>